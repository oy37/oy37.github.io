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2" r:id="rId3"/>
    <p:sldMasterId id="2147483683" r:id="rId4"/>
  </p:sldMasterIdLst>
  <p:notesMasterIdLst>
    <p:notesMasterId r:id="rId5"/>
  </p:notesMasterIdLst>
  <p:sldIdLst>
    <p:sldId id="256" r:id="rId6"/>
  </p:sldIdLst>
  <p:sldSz cy="5143500" cx="9144000"/>
  <p:notesSz cx="6858000" cy="9144000"/>
  <p:embeddedFontLst>
    <p:embeddedFont>
      <p:font typeface="Nunito"/>
      <p:regular r:id="rId7"/>
      <p:bold r:id="rId8"/>
      <p:italic r:id="rId9"/>
      <p:boldItalic r:id="rId10"/>
    </p:embeddedFont>
    <p:embeddedFont>
      <p:font typeface="Bebas Neue"/>
      <p:regular r:id="rId11"/>
    </p:embeddedFont>
    <p:embeddedFont>
      <p:font typeface="Questrial"/>
      <p:regular r:id="rId1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font" Target="fonts/BebasNeue-regular.fntdata"/><Relationship Id="rId10" Type="http://schemas.openxmlformats.org/officeDocument/2006/relationships/font" Target="fonts/Nunito-boldItalic.fntdata"/><Relationship Id="rId12" Type="http://schemas.openxmlformats.org/officeDocument/2006/relationships/font" Target="fonts/Questrial-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font" Target="fonts/Nuni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Nunito-regular.fntdata"/><Relationship Id="rId8" Type="http://schemas.openxmlformats.org/officeDocument/2006/relationships/font" Target="fonts/Nunito-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16a3ecc1a8_0_2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16a3ecc1a8_0_2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 Id="rId5" Type="http://schemas.openxmlformats.org/officeDocument/2006/relationships/hyperlink" Target="https://storyset.com/?utm_source=slidesgo_template&amp;utm_medium=referral-link&amp;utm_campaign=slidesgo_contents_of_this_template&amp;utm_term=storyset&amp;utm_content=storyset" TargetMode="Externa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3" name="Shape 53"/>
        <p:cNvGrpSpPr/>
        <p:nvPr/>
      </p:nvGrpSpPr>
      <p:grpSpPr>
        <a:xfrm>
          <a:off x="0" y="0"/>
          <a:ext cx="0" cy="0"/>
          <a:chOff x="0" y="0"/>
          <a:chExt cx="0" cy="0"/>
        </a:xfrm>
      </p:grpSpPr>
      <p:sp>
        <p:nvSpPr>
          <p:cNvPr id="54" name="Google Shape;54;p14"/>
          <p:cNvSpPr txBox="1"/>
          <p:nvPr>
            <p:ph type="ctrTitle"/>
          </p:nvPr>
        </p:nvSpPr>
        <p:spPr>
          <a:xfrm>
            <a:off x="4040075" y="1807225"/>
            <a:ext cx="4084500" cy="1923600"/>
          </a:xfrm>
          <a:prstGeom prst="rect">
            <a:avLst/>
          </a:prstGeom>
        </p:spPr>
        <p:txBody>
          <a:bodyPr anchorCtr="0" anchor="t" bIns="91425" lIns="91425" spcFirstLastPara="1" rIns="91425" wrap="square" tIns="91425">
            <a:noAutofit/>
          </a:bodyPr>
          <a:lstStyle>
            <a:lvl1pPr lvl="0">
              <a:lnSpc>
                <a:spcPct val="90000"/>
              </a:lnSpc>
              <a:spcBef>
                <a:spcPts val="0"/>
              </a:spcBef>
              <a:spcAft>
                <a:spcPts val="0"/>
              </a:spcAft>
              <a:buClr>
                <a:srgbClr val="191919"/>
              </a:buClr>
              <a:buSzPts val="5200"/>
              <a:buNone/>
              <a:defRPr b="1" sz="44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55" name="Google Shape;55;p14"/>
          <p:cNvSpPr txBox="1"/>
          <p:nvPr>
            <p:ph idx="1" type="subTitle"/>
          </p:nvPr>
        </p:nvSpPr>
        <p:spPr>
          <a:xfrm>
            <a:off x="4040075" y="3900750"/>
            <a:ext cx="4553400" cy="5640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8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56" name="Google Shape;56;p14"/>
          <p:cNvSpPr/>
          <p:nvPr/>
        </p:nvSpPr>
        <p:spPr>
          <a:xfrm>
            <a:off x="148375" y="148500"/>
            <a:ext cx="8869500" cy="4846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7" name="Shape 57"/>
        <p:cNvGrpSpPr/>
        <p:nvPr/>
      </p:nvGrpSpPr>
      <p:grpSpPr>
        <a:xfrm>
          <a:off x="0" y="0"/>
          <a:ext cx="0" cy="0"/>
          <a:chOff x="0" y="0"/>
          <a:chExt cx="0" cy="0"/>
        </a:xfrm>
      </p:grpSpPr>
      <p:sp>
        <p:nvSpPr>
          <p:cNvPr id="58" name="Google Shape;58;p15"/>
          <p:cNvSpPr txBox="1"/>
          <p:nvPr>
            <p:ph type="title"/>
          </p:nvPr>
        </p:nvSpPr>
        <p:spPr>
          <a:xfrm>
            <a:off x="4117025" y="2560625"/>
            <a:ext cx="4017600" cy="841800"/>
          </a:xfrm>
          <a:prstGeom prst="rect">
            <a:avLst/>
          </a:prstGeom>
          <a:ln>
            <a:noFill/>
          </a:ln>
        </p:spPr>
        <p:txBody>
          <a:bodyPr anchorCtr="0" anchor="t" bIns="91425" lIns="91425" spcFirstLastPara="1" rIns="91425" wrap="square" tIns="91425">
            <a:noAutofit/>
          </a:bodyPr>
          <a:lstStyle>
            <a:lvl1pPr lvl="0" algn="r">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59" name="Google Shape;59;p15"/>
          <p:cNvSpPr txBox="1"/>
          <p:nvPr>
            <p:ph hasCustomPrompt="1" idx="2" type="title"/>
          </p:nvPr>
        </p:nvSpPr>
        <p:spPr>
          <a:xfrm>
            <a:off x="5999150" y="1075000"/>
            <a:ext cx="2135400" cy="1491000"/>
          </a:xfrm>
          <a:prstGeom prst="rect">
            <a:avLst/>
          </a:prstGeom>
        </p:spPr>
        <p:txBody>
          <a:bodyPr anchorCtr="0" anchor="t" bIns="91425" lIns="91425" spcFirstLastPara="1" rIns="91425" wrap="square" tIns="91425">
            <a:noAutofit/>
          </a:bodyPr>
          <a:lstStyle>
            <a:lvl1pPr lvl="0" algn="r">
              <a:spcBef>
                <a:spcPts val="0"/>
              </a:spcBef>
              <a:spcAft>
                <a:spcPts val="0"/>
              </a:spcAft>
              <a:buSzPts val="6000"/>
              <a:buNone/>
              <a:defRPr b="1" sz="109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60" name="Google Shape;60;p15"/>
          <p:cNvSpPr txBox="1"/>
          <p:nvPr>
            <p:ph idx="1" type="subTitle"/>
          </p:nvPr>
        </p:nvSpPr>
        <p:spPr>
          <a:xfrm>
            <a:off x="4439500" y="3556833"/>
            <a:ext cx="3695400" cy="6963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sz="18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61" name="Google Shape;61;p15"/>
          <p:cNvSpPr/>
          <p:nvPr/>
        </p:nvSpPr>
        <p:spPr>
          <a:xfrm>
            <a:off x="148375" y="148500"/>
            <a:ext cx="8869500" cy="4846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2" name="Shape 62"/>
        <p:cNvGrpSpPr/>
        <p:nvPr/>
      </p:nvGrpSpPr>
      <p:grpSpPr>
        <a:xfrm>
          <a:off x="0" y="0"/>
          <a:ext cx="0" cy="0"/>
          <a:chOff x="0" y="0"/>
          <a:chExt cx="0" cy="0"/>
        </a:xfrm>
      </p:grpSpPr>
      <p:sp>
        <p:nvSpPr>
          <p:cNvPr id="63" name="Google Shape;63;p16"/>
          <p:cNvSpPr txBox="1"/>
          <p:nvPr>
            <p:ph type="title"/>
          </p:nvPr>
        </p:nvSpPr>
        <p:spPr>
          <a:xfrm>
            <a:off x="720000" y="368825"/>
            <a:ext cx="7704000" cy="5727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3000"/>
              <a:buNone/>
              <a:defRPr b="1" sz="36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64" name="Google Shape;64;p16"/>
          <p:cNvSpPr txBox="1"/>
          <p:nvPr>
            <p:ph idx="1" type="body"/>
          </p:nvPr>
        </p:nvSpPr>
        <p:spPr>
          <a:xfrm>
            <a:off x="941825" y="1202500"/>
            <a:ext cx="7194000" cy="3390600"/>
          </a:xfrm>
          <a:prstGeom prst="rect">
            <a:avLst/>
          </a:prstGeom>
        </p:spPr>
        <p:txBody>
          <a:bodyPr anchorCtr="0" anchor="t" bIns="91425" lIns="91425" spcFirstLastPara="1" rIns="91425" wrap="square" tIns="91425">
            <a:noAutofit/>
          </a:bodyPr>
          <a:lstStyle>
            <a:lvl1pPr indent="-342900" lvl="0" marL="457200">
              <a:lnSpc>
                <a:spcPct val="90000"/>
              </a:lnSpc>
              <a:spcBef>
                <a:spcPts val="0"/>
              </a:spcBef>
              <a:spcAft>
                <a:spcPts val="0"/>
              </a:spcAft>
              <a:buClr>
                <a:schemeClr val="accent1"/>
              </a:buClr>
              <a:buSzPts val="1800"/>
              <a:buFont typeface="Livvic"/>
              <a:buAutoNum type="arabicPeriod"/>
              <a:defRPr sz="1200">
                <a:solidFill>
                  <a:srgbClr val="434343"/>
                </a:solidFill>
              </a:defRPr>
            </a:lvl1pPr>
            <a:lvl2pPr indent="-317500" lvl="1" marL="914400">
              <a:lnSpc>
                <a:spcPct val="115000"/>
              </a:lnSpc>
              <a:spcBef>
                <a:spcPts val="0"/>
              </a:spcBef>
              <a:spcAft>
                <a:spcPts val="0"/>
              </a:spcAft>
              <a:buClr>
                <a:srgbClr val="15325B"/>
              </a:buClr>
              <a:buSzPts val="1400"/>
              <a:buFont typeface="Darker Grotesque SemiBold"/>
              <a:buAutoNum type="alphaLcPeriod"/>
              <a:defRPr>
                <a:solidFill>
                  <a:srgbClr val="434343"/>
                </a:solidFill>
              </a:defRPr>
            </a:lvl2pPr>
            <a:lvl3pPr indent="-317500" lvl="2" marL="1371600">
              <a:lnSpc>
                <a:spcPct val="115000"/>
              </a:lnSpc>
              <a:spcBef>
                <a:spcPts val="0"/>
              </a:spcBef>
              <a:spcAft>
                <a:spcPts val="0"/>
              </a:spcAft>
              <a:buClr>
                <a:srgbClr val="15325B"/>
              </a:buClr>
              <a:buSzPts val="1400"/>
              <a:buFont typeface="Darker Grotesque SemiBold"/>
              <a:buAutoNum type="romanLcPeriod"/>
              <a:defRPr>
                <a:solidFill>
                  <a:srgbClr val="434343"/>
                </a:solidFill>
              </a:defRPr>
            </a:lvl3pPr>
            <a:lvl4pPr indent="-317500" lvl="3" marL="1828800">
              <a:lnSpc>
                <a:spcPct val="115000"/>
              </a:lnSpc>
              <a:spcBef>
                <a:spcPts val="0"/>
              </a:spcBef>
              <a:spcAft>
                <a:spcPts val="0"/>
              </a:spcAft>
              <a:buClr>
                <a:srgbClr val="15325B"/>
              </a:buClr>
              <a:buSzPts val="1400"/>
              <a:buFont typeface="Darker Grotesque SemiBold"/>
              <a:buAutoNum type="arabicPeriod"/>
              <a:defRPr>
                <a:solidFill>
                  <a:srgbClr val="434343"/>
                </a:solidFill>
              </a:defRPr>
            </a:lvl4pPr>
            <a:lvl5pPr indent="-317500" lvl="4" marL="2286000">
              <a:lnSpc>
                <a:spcPct val="115000"/>
              </a:lnSpc>
              <a:spcBef>
                <a:spcPts val="0"/>
              </a:spcBef>
              <a:spcAft>
                <a:spcPts val="0"/>
              </a:spcAft>
              <a:buClr>
                <a:srgbClr val="15325B"/>
              </a:buClr>
              <a:buSzPts val="1400"/>
              <a:buFont typeface="Darker Grotesque SemiBold"/>
              <a:buAutoNum type="alphaLcPeriod"/>
              <a:defRPr>
                <a:solidFill>
                  <a:srgbClr val="434343"/>
                </a:solidFill>
              </a:defRPr>
            </a:lvl5pPr>
            <a:lvl6pPr indent="-317500" lvl="5" marL="2743200">
              <a:lnSpc>
                <a:spcPct val="115000"/>
              </a:lnSpc>
              <a:spcBef>
                <a:spcPts val="0"/>
              </a:spcBef>
              <a:spcAft>
                <a:spcPts val="0"/>
              </a:spcAft>
              <a:buClr>
                <a:srgbClr val="15325B"/>
              </a:buClr>
              <a:buSzPts val="1400"/>
              <a:buFont typeface="Darker Grotesque SemiBold"/>
              <a:buAutoNum type="romanLcPeriod"/>
              <a:defRPr>
                <a:solidFill>
                  <a:srgbClr val="434343"/>
                </a:solidFill>
              </a:defRPr>
            </a:lvl6pPr>
            <a:lvl7pPr indent="-317500" lvl="6" marL="3200400">
              <a:lnSpc>
                <a:spcPct val="115000"/>
              </a:lnSpc>
              <a:spcBef>
                <a:spcPts val="0"/>
              </a:spcBef>
              <a:spcAft>
                <a:spcPts val="0"/>
              </a:spcAft>
              <a:buClr>
                <a:srgbClr val="15325B"/>
              </a:buClr>
              <a:buSzPts val="1400"/>
              <a:buFont typeface="Darker Grotesque SemiBold"/>
              <a:buAutoNum type="arabicPeriod"/>
              <a:defRPr>
                <a:solidFill>
                  <a:srgbClr val="434343"/>
                </a:solidFill>
              </a:defRPr>
            </a:lvl7pPr>
            <a:lvl8pPr indent="-317500" lvl="7" marL="3657600">
              <a:lnSpc>
                <a:spcPct val="115000"/>
              </a:lnSpc>
              <a:spcBef>
                <a:spcPts val="0"/>
              </a:spcBef>
              <a:spcAft>
                <a:spcPts val="0"/>
              </a:spcAft>
              <a:buClr>
                <a:srgbClr val="15325B"/>
              </a:buClr>
              <a:buSzPts val="1400"/>
              <a:buFont typeface="Darker Grotesque SemiBold"/>
              <a:buAutoNum type="alphaLcPeriod"/>
              <a:defRPr>
                <a:solidFill>
                  <a:srgbClr val="434343"/>
                </a:solidFill>
              </a:defRPr>
            </a:lvl8pPr>
            <a:lvl9pPr indent="-317500" lvl="8" marL="4114800">
              <a:lnSpc>
                <a:spcPct val="115000"/>
              </a:lnSpc>
              <a:spcBef>
                <a:spcPts val="0"/>
              </a:spcBef>
              <a:spcAft>
                <a:spcPts val="0"/>
              </a:spcAft>
              <a:buClr>
                <a:srgbClr val="15325B"/>
              </a:buClr>
              <a:buSzPts val="1400"/>
              <a:buFont typeface="Darker Grotesque SemiBold"/>
              <a:buAutoNum type="romanLcPeriod"/>
              <a:defRPr>
                <a:solidFill>
                  <a:srgbClr val="434343"/>
                </a:solidFill>
              </a:defRPr>
            </a:lvl9pPr>
          </a:lstStyle>
          <a:p/>
        </p:txBody>
      </p:sp>
      <p:sp>
        <p:nvSpPr>
          <p:cNvPr id="65" name="Google Shape;65;p16"/>
          <p:cNvSpPr/>
          <p:nvPr/>
        </p:nvSpPr>
        <p:spPr>
          <a:xfrm>
            <a:off x="148375" y="148500"/>
            <a:ext cx="8869500" cy="4846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6" name="Shape 66"/>
        <p:cNvGrpSpPr/>
        <p:nvPr/>
      </p:nvGrpSpPr>
      <p:grpSpPr>
        <a:xfrm>
          <a:off x="0" y="0"/>
          <a:ext cx="0" cy="0"/>
          <a:chOff x="0" y="0"/>
          <a:chExt cx="0" cy="0"/>
        </a:xfrm>
      </p:grpSpPr>
      <p:sp>
        <p:nvSpPr>
          <p:cNvPr id="67" name="Google Shape;67;p17"/>
          <p:cNvSpPr/>
          <p:nvPr/>
        </p:nvSpPr>
        <p:spPr>
          <a:xfrm>
            <a:off x="148375" y="148500"/>
            <a:ext cx="8869500" cy="4846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7"/>
          <p:cNvSpPr txBox="1"/>
          <p:nvPr>
            <p:ph idx="1" type="subTitle"/>
          </p:nvPr>
        </p:nvSpPr>
        <p:spPr>
          <a:xfrm>
            <a:off x="907137" y="3077720"/>
            <a:ext cx="3350400" cy="5178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2500"/>
              <a:buFont typeface="Bebas Neue"/>
              <a:buNone/>
              <a:defRPr sz="2400">
                <a:latin typeface="Questrial"/>
                <a:ea typeface="Questrial"/>
                <a:cs typeface="Questrial"/>
                <a:sym typeface="Questrial"/>
              </a:defRPr>
            </a:lvl1pPr>
            <a:lvl2pPr lvl="1"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69" name="Google Shape;69;p17"/>
          <p:cNvSpPr txBox="1"/>
          <p:nvPr>
            <p:ph idx="2" type="subTitle"/>
          </p:nvPr>
        </p:nvSpPr>
        <p:spPr>
          <a:xfrm>
            <a:off x="4886463" y="820194"/>
            <a:ext cx="3350400" cy="517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500"/>
              <a:buFont typeface="Bebas Neue"/>
              <a:buNone/>
              <a:defRPr sz="2400">
                <a:latin typeface="Questrial"/>
                <a:ea typeface="Questrial"/>
                <a:cs typeface="Questrial"/>
                <a:sym typeface="Questrial"/>
              </a:defRPr>
            </a:lvl1pPr>
            <a:lvl2pPr lvl="1" algn="ctr">
              <a:lnSpc>
                <a:spcPct val="100000"/>
              </a:lnSpc>
              <a:spcBef>
                <a:spcPts val="0"/>
              </a:spcBef>
              <a:spcAft>
                <a:spcPts val="0"/>
              </a:spcAft>
              <a:buSzPts val="2500"/>
              <a:buFont typeface="Bebas Neue"/>
              <a:buNone/>
              <a:defRPr sz="2500">
                <a:latin typeface="Bebas Neue"/>
                <a:ea typeface="Bebas Neue"/>
                <a:cs typeface="Bebas Neue"/>
                <a:sym typeface="Bebas Neue"/>
              </a:defRPr>
            </a:lvl2pPr>
            <a:lvl3pPr lvl="2" algn="ctr">
              <a:lnSpc>
                <a:spcPct val="100000"/>
              </a:lnSpc>
              <a:spcBef>
                <a:spcPts val="0"/>
              </a:spcBef>
              <a:spcAft>
                <a:spcPts val="0"/>
              </a:spcAft>
              <a:buSzPts val="2500"/>
              <a:buFont typeface="Bebas Neue"/>
              <a:buNone/>
              <a:defRPr sz="2500">
                <a:latin typeface="Bebas Neue"/>
                <a:ea typeface="Bebas Neue"/>
                <a:cs typeface="Bebas Neue"/>
                <a:sym typeface="Bebas Neue"/>
              </a:defRPr>
            </a:lvl3pPr>
            <a:lvl4pPr lvl="3" algn="ctr">
              <a:lnSpc>
                <a:spcPct val="100000"/>
              </a:lnSpc>
              <a:spcBef>
                <a:spcPts val="0"/>
              </a:spcBef>
              <a:spcAft>
                <a:spcPts val="0"/>
              </a:spcAft>
              <a:buSzPts val="2500"/>
              <a:buFont typeface="Bebas Neue"/>
              <a:buNone/>
              <a:defRPr sz="2500">
                <a:latin typeface="Bebas Neue"/>
                <a:ea typeface="Bebas Neue"/>
                <a:cs typeface="Bebas Neue"/>
                <a:sym typeface="Bebas Neue"/>
              </a:defRPr>
            </a:lvl4pPr>
            <a:lvl5pPr lvl="4" algn="ctr">
              <a:lnSpc>
                <a:spcPct val="100000"/>
              </a:lnSpc>
              <a:spcBef>
                <a:spcPts val="0"/>
              </a:spcBef>
              <a:spcAft>
                <a:spcPts val="0"/>
              </a:spcAft>
              <a:buSzPts val="2500"/>
              <a:buFont typeface="Bebas Neue"/>
              <a:buNone/>
              <a:defRPr sz="2500">
                <a:latin typeface="Bebas Neue"/>
                <a:ea typeface="Bebas Neue"/>
                <a:cs typeface="Bebas Neue"/>
                <a:sym typeface="Bebas Neue"/>
              </a:defRPr>
            </a:lvl5pPr>
            <a:lvl6pPr lvl="5" algn="ctr">
              <a:lnSpc>
                <a:spcPct val="100000"/>
              </a:lnSpc>
              <a:spcBef>
                <a:spcPts val="0"/>
              </a:spcBef>
              <a:spcAft>
                <a:spcPts val="0"/>
              </a:spcAft>
              <a:buSzPts val="2500"/>
              <a:buFont typeface="Bebas Neue"/>
              <a:buNone/>
              <a:defRPr sz="2500">
                <a:latin typeface="Bebas Neue"/>
                <a:ea typeface="Bebas Neue"/>
                <a:cs typeface="Bebas Neue"/>
                <a:sym typeface="Bebas Neue"/>
              </a:defRPr>
            </a:lvl6pPr>
            <a:lvl7pPr lvl="6" algn="ctr">
              <a:lnSpc>
                <a:spcPct val="100000"/>
              </a:lnSpc>
              <a:spcBef>
                <a:spcPts val="0"/>
              </a:spcBef>
              <a:spcAft>
                <a:spcPts val="0"/>
              </a:spcAft>
              <a:buSzPts val="2500"/>
              <a:buFont typeface="Bebas Neue"/>
              <a:buNone/>
              <a:defRPr sz="2500">
                <a:latin typeface="Bebas Neue"/>
                <a:ea typeface="Bebas Neue"/>
                <a:cs typeface="Bebas Neue"/>
                <a:sym typeface="Bebas Neue"/>
              </a:defRPr>
            </a:lvl7pPr>
            <a:lvl8pPr lvl="7" algn="ctr">
              <a:lnSpc>
                <a:spcPct val="100000"/>
              </a:lnSpc>
              <a:spcBef>
                <a:spcPts val="0"/>
              </a:spcBef>
              <a:spcAft>
                <a:spcPts val="0"/>
              </a:spcAft>
              <a:buSzPts val="2500"/>
              <a:buFont typeface="Bebas Neue"/>
              <a:buNone/>
              <a:defRPr sz="2500">
                <a:latin typeface="Bebas Neue"/>
                <a:ea typeface="Bebas Neue"/>
                <a:cs typeface="Bebas Neue"/>
                <a:sym typeface="Bebas Neue"/>
              </a:defRPr>
            </a:lvl8pPr>
            <a:lvl9pPr lvl="8" algn="ctr">
              <a:lnSpc>
                <a:spcPct val="100000"/>
              </a:lnSpc>
              <a:spcBef>
                <a:spcPts val="0"/>
              </a:spcBef>
              <a:spcAft>
                <a:spcPts val="0"/>
              </a:spcAft>
              <a:buSzPts val="2500"/>
              <a:buFont typeface="Bebas Neue"/>
              <a:buNone/>
              <a:defRPr sz="2500">
                <a:latin typeface="Bebas Neue"/>
                <a:ea typeface="Bebas Neue"/>
                <a:cs typeface="Bebas Neue"/>
                <a:sym typeface="Bebas Neue"/>
              </a:defRPr>
            </a:lvl9pPr>
          </a:lstStyle>
          <a:p/>
        </p:txBody>
      </p:sp>
      <p:sp>
        <p:nvSpPr>
          <p:cNvPr id="70" name="Google Shape;70;p17"/>
          <p:cNvSpPr txBox="1"/>
          <p:nvPr>
            <p:ph idx="3" type="subTitle"/>
          </p:nvPr>
        </p:nvSpPr>
        <p:spPr>
          <a:xfrm>
            <a:off x="1349937" y="3565479"/>
            <a:ext cx="2907600" cy="834300"/>
          </a:xfrm>
          <a:prstGeom prst="rect">
            <a:avLst/>
          </a:prstGeom>
        </p:spPr>
        <p:txBody>
          <a:bodyPr anchorCtr="0" anchor="t" bIns="91425" lIns="91425" spcFirstLastPara="1" rIns="91425" wrap="square" tIns="91425">
            <a:noAutofit/>
          </a:bodyPr>
          <a:lstStyle>
            <a:lvl1pPr lvl="0" algn="r">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71" name="Google Shape;71;p17"/>
          <p:cNvSpPr txBox="1"/>
          <p:nvPr>
            <p:ph idx="4" type="subTitle"/>
          </p:nvPr>
        </p:nvSpPr>
        <p:spPr>
          <a:xfrm>
            <a:off x="4886463" y="1316836"/>
            <a:ext cx="2907600" cy="8343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2" name="Shape 72"/>
        <p:cNvGrpSpPr/>
        <p:nvPr/>
      </p:nvGrpSpPr>
      <p:grpSpPr>
        <a:xfrm>
          <a:off x="0" y="0"/>
          <a:ext cx="0" cy="0"/>
          <a:chOff x="0" y="0"/>
          <a:chExt cx="0" cy="0"/>
        </a:xfrm>
      </p:grpSpPr>
      <p:sp>
        <p:nvSpPr>
          <p:cNvPr id="73" name="Google Shape;73;p18"/>
          <p:cNvSpPr txBox="1"/>
          <p:nvPr>
            <p:ph type="title"/>
          </p:nvPr>
        </p:nvSpPr>
        <p:spPr>
          <a:xfrm>
            <a:off x="720000" y="445025"/>
            <a:ext cx="6070800" cy="5727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4" name="Google Shape;74;p18"/>
          <p:cNvSpPr/>
          <p:nvPr/>
        </p:nvSpPr>
        <p:spPr>
          <a:xfrm>
            <a:off x="148375" y="148500"/>
            <a:ext cx="8869500" cy="4846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5" name="Shape 75"/>
        <p:cNvGrpSpPr/>
        <p:nvPr/>
      </p:nvGrpSpPr>
      <p:grpSpPr>
        <a:xfrm>
          <a:off x="0" y="0"/>
          <a:ext cx="0" cy="0"/>
          <a:chOff x="0" y="0"/>
          <a:chExt cx="0" cy="0"/>
        </a:xfrm>
      </p:grpSpPr>
      <p:sp>
        <p:nvSpPr>
          <p:cNvPr id="76" name="Google Shape;76;p19"/>
          <p:cNvSpPr txBox="1"/>
          <p:nvPr>
            <p:ph type="title"/>
          </p:nvPr>
        </p:nvSpPr>
        <p:spPr>
          <a:xfrm>
            <a:off x="4329250" y="826025"/>
            <a:ext cx="4015200" cy="5727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7" name="Google Shape;77;p19"/>
          <p:cNvSpPr txBox="1"/>
          <p:nvPr>
            <p:ph idx="1" type="body"/>
          </p:nvPr>
        </p:nvSpPr>
        <p:spPr>
          <a:xfrm>
            <a:off x="4335700" y="1602275"/>
            <a:ext cx="3813300" cy="2371800"/>
          </a:xfrm>
          <a:prstGeom prst="rect">
            <a:avLst/>
          </a:prstGeom>
        </p:spPr>
        <p:txBody>
          <a:bodyPr anchorCtr="0" anchor="t" bIns="91425" lIns="91425" spcFirstLastPara="1" rIns="91425" wrap="square" tIns="91425">
            <a:noAutofit/>
          </a:bodyPr>
          <a:lstStyle>
            <a:lvl1pPr indent="-317500" lvl="0" marL="457200">
              <a:lnSpc>
                <a:spcPct val="115000"/>
              </a:lnSpc>
              <a:spcBef>
                <a:spcPts val="0"/>
              </a:spcBef>
              <a:spcAft>
                <a:spcPts val="0"/>
              </a:spcAft>
              <a:buClr>
                <a:srgbClr val="434343"/>
              </a:buClr>
              <a:buSzPts val="1400"/>
              <a:buChar char="●"/>
              <a:defRPr sz="1400">
                <a:solidFill>
                  <a:srgbClr val="434343"/>
                </a:solidFill>
              </a:defRPr>
            </a:lvl1pPr>
            <a:lvl2pPr indent="-317500" lvl="1" marL="914400">
              <a:lnSpc>
                <a:spcPct val="115000"/>
              </a:lnSpc>
              <a:spcBef>
                <a:spcPts val="0"/>
              </a:spcBef>
              <a:spcAft>
                <a:spcPts val="0"/>
              </a:spcAft>
              <a:buClr>
                <a:srgbClr val="434343"/>
              </a:buClr>
              <a:buSzPts val="1400"/>
              <a:buChar char="○"/>
              <a:defRPr>
                <a:solidFill>
                  <a:srgbClr val="434343"/>
                </a:solidFill>
              </a:defRPr>
            </a:lvl2pPr>
            <a:lvl3pPr indent="-317500" lvl="2" marL="1371600">
              <a:lnSpc>
                <a:spcPct val="115000"/>
              </a:lnSpc>
              <a:spcBef>
                <a:spcPts val="0"/>
              </a:spcBef>
              <a:spcAft>
                <a:spcPts val="0"/>
              </a:spcAft>
              <a:buClr>
                <a:srgbClr val="434343"/>
              </a:buClr>
              <a:buSzPts val="1400"/>
              <a:buChar char="■"/>
              <a:defRPr>
                <a:solidFill>
                  <a:srgbClr val="434343"/>
                </a:solidFill>
              </a:defRPr>
            </a:lvl3pPr>
            <a:lvl4pPr indent="-317500" lvl="3" marL="1828800">
              <a:lnSpc>
                <a:spcPct val="115000"/>
              </a:lnSpc>
              <a:spcBef>
                <a:spcPts val="0"/>
              </a:spcBef>
              <a:spcAft>
                <a:spcPts val="0"/>
              </a:spcAft>
              <a:buClr>
                <a:srgbClr val="434343"/>
              </a:buClr>
              <a:buSzPts val="1400"/>
              <a:buChar char="●"/>
              <a:defRPr>
                <a:solidFill>
                  <a:srgbClr val="434343"/>
                </a:solidFill>
              </a:defRPr>
            </a:lvl4pPr>
            <a:lvl5pPr indent="-317500" lvl="4" marL="2286000">
              <a:lnSpc>
                <a:spcPct val="115000"/>
              </a:lnSpc>
              <a:spcBef>
                <a:spcPts val="0"/>
              </a:spcBef>
              <a:spcAft>
                <a:spcPts val="0"/>
              </a:spcAft>
              <a:buClr>
                <a:srgbClr val="434343"/>
              </a:buClr>
              <a:buSzPts val="1400"/>
              <a:buChar char="○"/>
              <a:defRPr>
                <a:solidFill>
                  <a:srgbClr val="434343"/>
                </a:solidFill>
              </a:defRPr>
            </a:lvl5pPr>
            <a:lvl6pPr indent="-317500" lvl="5" marL="2743200">
              <a:lnSpc>
                <a:spcPct val="115000"/>
              </a:lnSpc>
              <a:spcBef>
                <a:spcPts val="0"/>
              </a:spcBef>
              <a:spcAft>
                <a:spcPts val="0"/>
              </a:spcAft>
              <a:buClr>
                <a:srgbClr val="434343"/>
              </a:buClr>
              <a:buSzPts val="1400"/>
              <a:buChar char="■"/>
              <a:defRPr>
                <a:solidFill>
                  <a:srgbClr val="434343"/>
                </a:solidFill>
              </a:defRPr>
            </a:lvl6pPr>
            <a:lvl7pPr indent="-317500" lvl="6" marL="3200400">
              <a:lnSpc>
                <a:spcPct val="115000"/>
              </a:lnSpc>
              <a:spcBef>
                <a:spcPts val="0"/>
              </a:spcBef>
              <a:spcAft>
                <a:spcPts val="0"/>
              </a:spcAft>
              <a:buClr>
                <a:srgbClr val="434343"/>
              </a:buClr>
              <a:buSzPts val="1400"/>
              <a:buChar char="●"/>
              <a:defRPr>
                <a:solidFill>
                  <a:srgbClr val="434343"/>
                </a:solidFill>
              </a:defRPr>
            </a:lvl7pPr>
            <a:lvl8pPr indent="-317500" lvl="7" marL="3657600">
              <a:lnSpc>
                <a:spcPct val="115000"/>
              </a:lnSpc>
              <a:spcBef>
                <a:spcPts val="0"/>
              </a:spcBef>
              <a:spcAft>
                <a:spcPts val="0"/>
              </a:spcAft>
              <a:buClr>
                <a:srgbClr val="434343"/>
              </a:buClr>
              <a:buSzPts val="1400"/>
              <a:buChar char="○"/>
              <a:defRPr>
                <a:solidFill>
                  <a:srgbClr val="434343"/>
                </a:solidFill>
              </a:defRPr>
            </a:lvl8pPr>
            <a:lvl9pPr indent="-317500" lvl="8" marL="4114800">
              <a:lnSpc>
                <a:spcPct val="115000"/>
              </a:lnSpc>
              <a:spcBef>
                <a:spcPts val="0"/>
              </a:spcBef>
              <a:spcAft>
                <a:spcPts val="0"/>
              </a:spcAft>
              <a:buClr>
                <a:srgbClr val="434343"/>
              </a:buClr>
              <a:buSzPts val="1400"/>
              <a:buChar char="■"/>
              <a:defRPr>
                <a:solidFill>
                  <a:srgbClr val="434343"/>
                </a:solidFill>
              </a:defRPr>
            </a:lvl9pPr>
          </a:lstStyle>
          <a:p/>
        </p:txBody>
      </p:sp>
      <p:sp>
        <p:nvSpPr>
          <p:cNvPr id="78" name="Google Shape;78;p19"/>
          <p:cNvSpPr/>
          <p:nvPr/>
        </p:nvSpPr>
        <p:spPr>
          <a:xfrm>
            <a:off x="148375" y="148500"/>
            <a:ext cx="8869500" cy="4846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9" name="Shape 79"/>
        <p:cNvGrpSpPr/>
        <p:nvPr/>
      </p:nvGrpSpPr>
      <p:grpSpPr>
        <a:xfrm>
          <a:off x="0" y="0"/>
          <a:ext cx="0" cy="0"/>
          <a:chOff x="0" y="0"/>
          <a:chExt cx="0" cy="0"/>
        </a:xfrm>
      </p:grpSpPr>
      <p:sp>
        <p:nvSpPr>
          <p:cNvPr id="80" name="Google Shape;80;p20"/>
          <p:cNvSpPr txBox="1"/>
          <p:nvPr>
            <p:ph type="title"/>
          </p:nvPr>
        </p:nvSpPr>
        <p:spPr>
          <a:xfrm>
            <a:off x="638700" y="3202625"/>
            <a:ext cx="7866900" cy="10746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6000"/>
              <a:buNone/>
              <a:defRPr sz="58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p:txBody>
      </p:sp>
      <p:sp>
        <p:nvSpPr>
          <p:cNvPr id="81" name="Google Shape;81;p20"/>
          <p:cNvSpPr/>
          <p:nvPr/>
        </p:nvSpPr>
        <p:spPr>
          <a:xfrm>
            <a:off x="148375" y="148500"/>
            <a:ext cx="8869500" cy="4846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2" name="Shape 82"/>
        <p:cNvGrpSpPr/>
        <p:nvPr/>
      </p:nvGrpSpPr>
      <p:grpSpPr>
        <a:xfrm>
          <a:off x="0" y="0"/>
          <a:ext cx="0" cy="0"/>
          <a:chOff x="0" y="0"/>
          <a:chExt cx="0" cy="0"/>
        </a:xfrm>
      </p:grpSpPr>
      <p:sp>
        <p:nvSpPr>
          <p:cNvPr id="83" name="Google Shape;83;p21"/>
          <p:cNvSpPr txBox="1"/>
          <p:nvPr>
            <p:ph type="title"/>
          </p:nvPr>
        </p:nvSpPr>
        <p:spPr>
          <a:xfrm>
            <a:off x="713225" y="1033212"/>
            <a:ext cx="4402200" cy="15705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3600"/>
              <a:buNone/>
              <a:defRPr sz="49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84" name="Google Shape;84;p21"/>
          <p:cNvSpPr txBox="1"/>
          <p:nvPr>
            <p:ph idx="1" type="subTitle"/>
          </p:nvPr>
        </p:nvSpPr>
        <p:spPr>
          <a:xfrm>
            <a:off x="713225" y="2756088"/>
            <a:ext cx="3424500" cy="13542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600"/>
            </a:lvl1pPr>
            <a:lvl2pPr lvl="1" algn="ctr">
              <a:lnSpc>
                <a:spcPct val="100000"/>
              </a:lnSpc>
              <a:spcBef>
                <a:spcPts val="0"/>
              </a:spcBef>
              <a:spcAft>
                <a:spcPts val="0"/>
              </a:spcAft>
              <a:buSzPts val="1400"/>
              <a:buNone/>
              <a:defRPr/>
            </a:lvl2pPr>
            <a:lvl3pPr lvl="2" algn="ctr">
              <a:lnSpc>
                <a:spcPct val="100000"/>
              </a:lnSpc>
              <a:spcBef>
                <a:spcPts val="1600"/>
              </a:spcBef>
              <a:spcAft>
                <a:spcPts val="0"/>
              </a:spcAft>
              <a:buSzPts val="1400"/>
              <a:buNone/>
              <a:defRPr/>
            </a:lvl3pPr>
            <a:lvl4pPr lvl="3" algn="ctr">
              <a:lnSpc>
                <a:spcPct val="100000"/>
              </a:lnSpc>
              <a:spcBef>
                <a:spcPts val="1600"/>
              </a:spcBef>
              <a:spcAft>
                <a:spcPts val="0"/>
              </a:spcAft>
              <a:buSzPts val="1400"/>
              <a:buNone/>
              <a:defRPr/>
            </a:lvl4pPr>
            <a:lvl5pPr lvl="4" algn="ctr">
              <a:lnSpc>
                <a:spcPct val="100000"/>
              </a:lnSpc>
              <a:spcBef>
                <a:spcPts val="1600"/>
              </a:spcBef>
              <a:spcAft>
                <a:spcPts val="0"/>
              </a:spcAft>
              <a:buSzPts val="1400"/>
              <a:buNone/>
              <a:defRPr/>
            </a:lvl5pPr>
            <a:lvl6pPr lvl="5" algn="ctr">
              <a:lnSpc>
                <a:spcPct val="100000"/>
              </a:lnSpc>
              <a:spcBef>
                <a:spcPts val="1600"/>
              </a:spcBef>
              <a:spcAft>
                <a:spcPts val="0"/>
              </a:spcAft>
              <a:buSzPts val="1400"/>
              <a:buNone/>
              <a:defRPr/>
            </a:lvl6pPr>
            <a:lvl7pPr lvl="6" algn="ctr">
              <a:lnSpc>
                <a:spcPct val="100000"/>
              </a:lnSpc>
              <a:spcBef>
                <a:spcPts val="1600"/>
              </a:spcBef>
              <a:spcAft>
                <a:spcPts val="0"/>
              </a:spcAft>
              <a:buSzPts val="1400"/>
              <a:buNone/>
              <a:defRPr/>
            </a:lvl7pPr>
            <a:lvl8pPr lvl="7" algn="ctr">
              <a:lnSpc>
                <a:spcPct val="100000"/>
              </a:lnSpc>
              <a:spcBef>
                <a:spcPts val="1600"/>
              </a:spcBef>
              <a:spcAft>
                <a:spcPts val="0"/>
              </a:spcAft>
              <a:buSzPts val="1400"/>
              <a:buNone/>
              <a:defRPr/>
            </a:lvl8pPr>
            <a:lvl9pPr lvl="8" algn="ctr">
              <a:lnSpc>
                <a:spcPct val="100000"/>
              </a:lnSpc>
              <a:spcBef>
                <a:spcPts val="1600"/>
              </a:spcBef>
              <a:spcAft>
                <a:spcPts val="1600"/>
              </a:spcAft>
              <a:buSzPts val="1400"/>
              <a:buNone/>
              <a:defRPr/>
            </a:lvl9pPr>
          </a:lstStyle>
          <a:p/>
        </p:txBody>
      </p:sp>
      <p:sp>
        <p:nvSpPr>
          <p:cNvPr id="85" name="Google Shape;85;p21"/>
          <p:cNvSpPr/>
          <p:nvPr/>
        </p:nvSpPr>
        <p:spPr>
          <a:xfrm>
            <a:off x="148375" y="148500"/>
            <a:ext cx="8869500" cy="4846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type="title"/>
          </p:nvPr>
        </p:nvSpPr>
        <p:spPr>
          <a:xfrm>
            <a:off x="740550" y="2653478"/>
            <a:ext cx="4667100" cy="12981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3000"/>
              <a:buNone/>
              <a:defRPr sz="3600"/>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
        <p:nvSpPr>
          <p:cNvPr id="88" name="Google Shape;88;p22"/>
          <p:cNvSpPr/>
          <p:nvPr/>
        </p:nvSpPr>
        <p:spPr>
          <a:xfrm>
            <a:off x="148375" y="148500"/>
            <a:ext cx="8869500" cy="4846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533800" y="1916675"/>
            <a:ext cx="4402500" cy="1139100"/>
          </a:xfrm>
          <a:prstGeom prst="rect">
            <a:avLst/>
          </a:prstGeom>
        </p:spPr>
        <p:txBody>
          <a:bodyPr anchorCtr="0" anchor="t" bIns="91425" lIns="91425" spcFirstLastPara="1" rIns="91425" wrap="square" tIns="91425">
            <a:noAutofit/>
          </a:bodyPr>
          <a:lstStyle>
            <a:lvl1pPr lvl="0" algn="r">
              <a:spcBef>
                <a:spcPts val="0"/>
              </a:spcBef>
              <a:spcAft>
                <a:spcPts val="0"/>
              </a:spcAft>
              <a:buSzPts val="9600"/>
              <a:buNone/>
              <a:defRPr sz="66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91" name="Google Shape;91;p23"/>
          <p:cNvSpPr txBox="1"/>
          <p:nvPr>
            <p:ph idx="1" type="subTitle"/>
          </p:nvPr>
        </p:nvSpPr>
        <p:spPr>
          <a:xfrm>
            <a:off x="3605133" y="3172601"/>
            <a:ext cx="4313400" cy="713400"/>
          </a:xfrm>
          <a:prstGeom prst="rect">
            <a:avLst/>
          </a:prstGeom>
          <a:ln>
            <a:noFill/>
          </a:ln>
        </p:spPr>
        <p:txBody>
          <a:bodyPr anchorCtr="0" anchor="t" bIns="91425" lIns="91425" spcFirstLastPara="1" rIns="91425" wrap="square" tIns="91425">
            <a:noAutofit/>
          </a:bodyPr>
          <a:lstStyle>
            <a:lvl1pPr lvl="0" algn="r">
              <a:lnSpc>
                <a:spcPct val="100000"/>
              </a:lnSpc>
              <a:spcBef>
                <a:spcPts val="0"/>
              </a:spcBef>
              <a:spcAft>
                <a:spcPts val="0"/>
              </a:spcAft>
              <a:buSzPts val="1600"/>
              <a:buNone/>
              <a:defRPr sz="18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sp>
        <p:nvSpPr>
          <p:cNvPr id="92" name="Google Shape;92;p23"/>
          <p:cNvSpPr/>
          <p:nvPr/>
        </p:nvSpPr>
        <p:spPr>
          <a:xfrm>
            <a:off x="148375" y="148500"/>
            <a:ext cx="8869500" cy="4846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93" name="Shape 93"/>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2">
    <p:spTree>
      <p:nvGrpSpPr>
        <p:cNvPr id="94" name="Shape 94"/>
        <p:cNvGrpSpPr/>
        <p:nvPr/>
      </p:nvGrpSpPr>
      <p:grpSpPr>
        <a:xfrm>
          <a:off x="0" y="0"/>
          <a:ext cx="0" cy="0"/>
          <a:chOff x="0" y="0"/>
          <a:chExt cx="0" cy="0"/>
        </a:xfrm>
      </p:grpSpPr>
      <p:sp>
        <p:nvSpPr>
          <p:cNvPr id="95" name="Google Shape;95;p25"/>
          <p:cNvSpPr txBox="1"/>
          <p:nvPr>
            <p:ph type="title"/>
          </p:nvPr>
        </p:nvSpPr>
        <p:spPr>
          <a:xfrm>
            <a:off x="5571350" y="430343"/>
            <a:ext cx="3063900" cy="5277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2500"/>
              <a:buNone/>
              <a:defRPr sz="24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96" name="Google Shape;96;p25"/>
          <p:cNvSpPr txBox="1"/>
          <p:nvPr>
            <p:ph idx="1" type="subTitle"/>
          </p:nvPr>
        </p:nvSpPr>
        <p:spPr>
          <a:xfrm>
            <a:off x="5571350" y="880826"/>
            <a:ext cx="2562000" cy="484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7" name="Google Shape;97;p25"/>
          <p:cNvSpPr txBox="1"/>
          <p:nvPr>
            <p:ph idx="2" type="title"/>
          </p:nvPr>
        </p:nvSpPr>
        <p:spPr>
          <a:xfrm>
            <a:off x="5571350" y="1505518"/>
            <a:ext cx="3086100" cy="5277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2500"/>
              <a:buNone/>
              <a:defRPr sz="24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98" name="Google Shape;98;p25"/>
          <p:cNvSpPr txBox="1"/>
          <p:nvPr>
            <p:ph idx="3" type="subTitle"/>
          </p:nvPr>
        </p:nvSpPr>
        <p:spPr>
          <a:xfrm>
            <a:off x="5571350" y="1969884"/>
            <a:ext cx="2562000" cy="484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99" name="Google Shape;99;p25"/>
          <p:cNvSpPr txBox="1"/>
          <p:nvPr>
            <p:ph idx="4" type="title"/>
          </p:nvPr>
        </p:nvSpPr>
        <p:spPr>
          <a:xfrm>
            <a:off x="5571350" y="2580693"/>
            <a:ext cx="3063900" cy="5277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2500"/>
              <a:buNone/>
              <a:defRPr sz="24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100" name="Google Shape;100;p25"/>
          <p:cNvSpPr txBox="1"/>
          <p:nvPr>
            <p:ph idx="5" type="subTitle"/>
          </p:nvPr>
        </p:nvSpPr>
        <p:spPr>
          <a:xfrm>
            <a:off x="5571350" y="3058941"/>
            <a:ext cx="2562000" cy="484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01" name="Google Shape;101;p25"/>
          <p:cNvSpPr txBox="1"/>
          <p:nvPr>
            <p:ph idx="6" type="title"/>
          </p:nvPr>
        </p:nvSpPr>
        <p:spPr>
          <a:xfrm>
            <a:off x="5571350" y="3655868"/>
            <a:ext cx="3063900" cy="5277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2500"/>
              <a:buNone/>
              <a:defRPr sz="24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102" name="Google Shape;102;p25"/>
          <p:cNvSpPr txBox="1"/>
          <p:nvPr>
            <p:ph idx="7" type="subTitle"/>
          </p:nvPr>
        </p:nvSpPr>
        <p:spPr>
          <a:xfrm>
            <a:off x="5571350" y="4147999"/>
            <a:ext cx="2562000" cy="484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03" name="Google Shape;103;p25"/>
          <p:cNvSpPr txBox="1"/>
          <p:nvPr>
            <p:ph idx="8" type="title"/>
          </p:nvPr>
        </p:nvSpPr>
        <p:spPr>
          <a:xfrm>
            <a:off x="720000" y="365913"/>
            <a:ext cx="1981200" cy="5727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3000"/>
              <a:buNone/>
              <a:defRPr sz="36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04" name="Google Shape;104;p25"/>
          <p:cNvSpPr txBox="1"/>
          <p:nvPr>
            <p:ph hasCustomPrompt="1" idx="9" type="title"/>
          </p:nvPr>
        </p:nvSpPr>
        <p:spPr>
          <a:xfrm>
            <a:off x="4099525" y="373950"/>
            <a:ext cx="1326000" cy="10230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b="1" sz="54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05" name="Google Shape;105;p25"/>
          <p:cNvSpPr txBox="1"/>
          <p:nvPr>
            <p:ph hasCustomPrompt="1" idx="13" type="title"/>
          </p:nvPr>
        </p:nvSpPr>
        <p:spPr>
          <a:xfrm>
            <a:off x="4099525" y="2557800"/>
            <a:ext cx="1326000" cy="10230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b="1" sz="54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06" name="Google Shape;106;p25"/>
          <p:cNvSpPr txBox="1"/>
          <p:nvPr>
            <p:ph hasCustomPrompt="1" idx="14" type="title"/>
          </p:nvPr>
        </p:nvSpPr>
        <p:spPr>
          <a:xfrm>
            <a:off x="4099525" y="1465875"/>
            <a:ext cx="1326000" cy="10230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b="1" sz="54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07" name="Google Shape;107;p25"/>
          <p:cNvSpPr txBox="1"/>
          <p:nvPr>
            <p:ph hasCustomPrompt="1" idx="15" type="title"/>
          </p:nvPr>
        </p:nvSpPr>
        <p:spPr>
          <a:xfrm>
            <a:off x="4099525" y="3649725"/>
            <a:ext cx="1326000" cy="1023000"/>
          </a:xfrm>
          <a:prstGeom prst="rect">
            <a:avLst/>
          </a:prstGeom>
        </p:spPr>
        <p:txBody>
          <a:bodyPr anchorCtr="0" anchor="t" bIns="91425" lIns="91425" spcFirstLastPara="1" rIns="91425" wrap="square" tIns="91425">
            <a:noAutofit/>
          </a:bodyPr>
          <a:lstStyle>
            <a:lvl1pPr lvl="0" algn="ctr">
              <a:spcBef>
                <a:spcPts val="0"/>
              </a:spcBef>
              <a:spcAft>
                <a:spcPts val="0"/>
              </a:spcAft>
              <a:buSzPts val="3000"/>
              <a:buNone/>
              <a:defRPr b="1" sz="54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108" name="Google Shape;108;p25"/>
          <p:cNvSpPr/>
          <p:nvPr/>
        </p:nvSpPr>
        <p:spPr>
          <a:xfrm>
            <a:off x="148375" y="148500"/>
            <a:ext cx="8869500" cy="4846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2">
    <p:spTree>
      <p:nvGrpSpPr>
        <p:cNvPr id="109" name="Shape 109"/>
        <p:cNvGrpSpPr/>
        <p:nvPr/>
      </p:nvGrpSpPr>
      <p:grpSpPr>
        <a:xfrm>
          <a:off x="0" y="0"/>
          <a:ext cx="0" cy="0"/>
          <a:chOff x="0" y="0"/>
          <a:chExt cx="0" cy="0"/>
        </a:xfrm>
      </p:grpSpPr>
      <p:sp>
        <p:nvSpPr>
          <p:cNvPr id="110" name="Google Shape;110;p26"/>
          <p:cNvSpPr txBox="1"/>
          <p:nvPr>
            <p:ph idx="1" type="subTitle"/>
          </p:nvPr>
        </p:nvSpPr>
        <p:spPr>
          <a:xfrm>
            <a:off x="4617850" y="1661475"/>
            <a:ext cx="3775800" cy="1143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700"/>
              <a:buNone/>
              <a:defRPr sz="1800"/>
            </a:lvl1pPr>
            <a:lvl2pPr lvl="1" algn="ctr">
              <a:lnSpc>
                <a:spcPct val="100000"/>
              </a:lnSpc>
              <a:spcBef>
                <a:spcPts val="0"/>
              </a:spcBef>
              <a:spcAft>
                <a:spcPts val="0"/>
              </a:spcAft>
              <a:buSzPts val="1700"/>
              <a:buNone/>
              <a:defRPr sz="1700"/>
            </a:lvl2pPr>
            <a:lvl3pPr lvl="2" algn="ctr">
              <a:lnSpc>
                <a:spcPct val="100000"/>
              </a:lnSpc>
              <a:spcBef>
                <a:spcPts val="0"/>
              </a:spcBef>
              <a:spcAft>
                <a:spcPts val="0"/>
              </a:spcAft>
              <a:buSzPts val="1700"/>
              <a:buNone/>
              <a:defRPr sz="1700"/>
            </a:lvl3pPr>
            <a:lvl4pPr lvl="3" algn="ctr">
              <a:lnSpc>
                <a:spcPct val="100000"/>
              </a:lnSpc>
              <a:spcBef>
                <a:spcPts val="0"/>
              </a:spcBef>
              <a:spcAft>
                <a:spcPts val="0"/>
              </a:spcAft>
              <a:buSzPts val="1700"/>
              <a:buNone/>
              <a:defRPr sz="1700"/>
            </a:lvl4pPr>
            <a:lvl5pPr lvl="4" algn="ctr">
              <a:lnSpc>
                <a:spcPct val="100000"/>
              </a:lnSpc>
              <a:spcBef>
                <a:spcPts val="0"/>
              </a:spcBef>
              <a:spcAft>
                <a:spcPts val="0"/>
              </a:spcAft>
              <a:buSzPts val="1700"/>
              <a:buNone/>
              <a:defRPr sz="1700"/>
            </a:lvl5pPr>
            <a:lvl6pPr lvl="5" algn="ctr">
              <a:lnSpc>
                <a:spcPct val="100000"/>
              </a:lnSpc>
              <a:spcBef>
                <a:spcPts val="0"/>
              </a:spcBef>
              <a:spcAft>
                <a:spcPts val="0"/>
              </a:spcAft>
              <a:buSzPts val="1700"/>
              <a:buNone/>
              <a:defRPr sz="1700"/>
            </a:lvl6pPr>
            <a:lvl7pPr lvl="6" algn="ctr">
              <a:lnSpc>
                <a:spcPct val="100000"/>
              </a:lnSpc>
              <a:spcBef>
                <a:spcPts val="0"/>
              </a:spcBef>
              <a:spcAft>
                <a:spcPts val="0"/>
              </a:spcAft>
              <a:buSzPts val="1700"/>
              <a:buNone/>
              <a:defRPr sz="1700"/>
            </a:lvl7pPr>
            <a:lvl8pPr lvl="7" algn="ctr">
              <a:lnSpc>
                <a:spcPct val="100000"/>
              </a:lnSpc>
              <a:spcBef>
                <a:spcPts val="0"/>
              </a:spcBef>
              <a:spcAft>
                <a:spcPts val="0"/>
              </a:spcAft>
              <a:buSzPts val="1700"/>
              <a:buNone/>
              <a:defRPr sz="1700"/>
            </a:lvl8pPr>
            <a:lvl9pPr lvl="8" algn="ctr">
              <a:lnSpc>
                <a:spcPct val="100000"/>
              </a:lnSpc>
              <a:spcBef>
                <a:spcPts val="0"/>
              </a:spcBef>
              <a:spcAft>
                <a:spcPts val="0"/>
              </a:spcAft>
              <a:buSzPts val="1700"/>
              <a:buNone/>
              <a:defRPr sz="1700"/>
            </a:lvl9pPr>
          </a:lstStyle>
          <a:p/>
        </p:txBody>
      </p:sp>
      <p:sp>
        <p:nvSpPr>
          <p:cNvPr id="111" name="Google Shape;111;p26"/>
          <p:cNvSpPr txBox="1"/>
          <p:nvPr>
            <p:ph type="title"/>
          </p:nvPr>
        </p:nvSpPr>
        <p:spPr>
          <a:xfrm>
            <a:off x="4617850" y="2916800"/>
            <a:ext cx="3775800" cy="5727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3000"/>
              <a:buNone/>
              <a:defRPr/>
            </a:lvl1pPr>
            <a:lvl2pPr lvl="1" algn="r">
              <a:spcBef>
                <a:spcPts val="0"/>
              </a:spcBef>
              <a:spcAft>
                <a:spcPts val="0"/>
              </a:spcAft>
              <a:buSzPts val="3000"/>
              <a:buNone/>
              <a:defRPr/>
            </a:lvl2pPr>
            <a:lvl3pPr lvl="2" algn="r">
              <a:spcBef>
                <a:spcPts val="0"/>
              </a:spcBef>
              <a:spcAft>
                <a:spcPts val="0"/>
              </a:spcAft>
              <a:buSzPts val="3000"/>
              <a:buNone/>
              <a:defRPr/>
            </a:lvl3pPr>
            <a:lvl4pPr lvl="3" algn="r">
              <a:spcBef>
                <a:spcPts val="0"/>
              </a:spcBef>
              <a:spcAft>
                <a:spcPts val="0"/>
              </a:spcAft>
              <a:buSzPts val="3000"/>
              <a:buNone/>
              <a:defRPr/>
            </a:lvl4pPr>
            <a:lvl5pPr lvl="4" algn="r">
              <a:spcBef>
                <a:spcPts val="0"/>
              </a:spcBef>
              <a:spcAft>
                <a:spcPts val="0"/>
              </a:spcAft>
              <a:buSzPts val="3000"/>
              <a:buNone/>
              <a:defRPr/>
            </a:lvl5pPr>
            <a:lvl6pPr lvl="5" algn="r">
              <a:spcBef>
                <a:spcPts val="0"/>
              </a:spcBef>
              <a:spcAft>
                <a:spcPts val="0"/>
              </a:spcAft>
              <a:buSzPts val="3000"/>
              <a:buNone/>
              <a:defRPr/>
            </a:lvl6pPr>
            <a:lvl7pPr lvl="6" algn="r">
              <a:spcBef>
                <a:spcPts val="0"/>
              </a:spcBef>
              <a:spcAft>
                <a:spcPts val="0"/>
              </a:spcAft>
              <a:buSzPts val="3000"/>
              <a:buNone/>
              <a:defRPr/>
            </a:lvl7pPr>
            <a:lvl8pPr lvl="7" algn="r">
              <a:spcBef>
                <a:spcPts val="0"/>
              </a:spcBef>
              <a:spcAft>
                <a:spcPts val="0"/>
              </a:spcAft>
              <a:buSzPts val="3000"/>
              <a:buNone/>
              <a:defRPr/>
            </a:lvl8pPr>
            <a:lvl9pPr lvl="8" algn="r">
              <a:spcBef>
                <a:spcPts val="0"/>
              </a:spcBef>
              <a:spcAft>
                <a:spcPts val="0"/>
              </a:spcAft>
              <a:buSzPts val="3000"/>
              <a:buNone/>
              <a:defRPr/>
            </a:lvl9pPr>
          </a:lstStyle>
          <a:p/>
        </p:txBody>
      </p:sp>
      <p:sp>
        <p:nvSpPr>
          <p:cNvPr id="112" name="Google Shape;112;p26"/>
          <p:cNvSpPr/>
          <p:nvPr/>
        </p:nvSpPr>
        <p:spPr>
          <a:xfrm>
            <a:off x="148375" y="148500"/>
            <a:ext cx="8869500" cy="4846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
  <p:cSld name="CUSTOM_1">
    <p:spTree>
      <p:nvGrpSpPr>
        <p:cNvPr id="113" name="Shape 113"/>
        <p:cNvGrpSpPr/>
        <p:nvPr/>
      </p:nvGrpSpPr>
      <p:grpSpPr>
        <a:xfrm>
          <a:off x="0" y="0"/>
          <a:ext cx="0" cy="0"/>
          <a:chOff x="0" y="0"/>
          <a:chExt cx="0" cy="0"/>
        </a:xfrm>
      </p:grpSpPr>
      <p:sp>
        <p:nvSpPr>
          <p:cNvPr id="114" name="Google Shape;114;p27"/>
          <p:cNvSpPr txBox="1"/>
          <p:nvPr>
            <p:ph idx="1" type="subTitle"/>
          </p:nvPr>
        </p:nvSpPr>
        <p:spPr>
          <a:xfrm>
            <a:off x="4920400" y="2626775"/>
            <a:ext cx="3346200" cy="10686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115" name="Google Shape;115;p27"/>
          <p:cNvSpPr txBox="1"/>
          <p:nvPr>
            <p:ph type="title"/>
          </p:nvPr>
        </p:nvSpPr>
        <p:spPr>
          <a:xfrm>
            <a:off x="4920400" y="1545450"/>
            <a:ext cx="2881800" cy="6960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3000"/>
              <a:buNone/>
              <a:defRPr sz="4300"/>
            </a:lvl1pPr>
            <a:lvl2pPr lvl="1" algn="r">
              <a:spcBef>
                <a:spcPts val="0"/>
              </a:spcBef>
              <a:spcAft>
                <a:spcPts val="0"/>
              </a:spcAft>
              <a:buSzPts val="3000"/>
              <a:buNone/>
              <a:defRPr/>
            </a:lvl2pPr>
            <a:lvl3pPr lvl="2" algn="r">
              <a:spcBef>
                <a:spcPts val="0"/>
              </a:spcBef>
              <a:spcAft>
                <a:spcPts val="0"/>
              </a:spcAft>
              <a:buSzPts val="3000"/>
              <a:buNone/>
              <a:defRPr/>
            </a:lvl3pPr>
            <a:lvl4pPr lvl="3" algn="r">
              <a:spcBef>
                <a:spcPts val="0"/>
              </a:spcBef>
              <a:spcAft>
                <a:spcPts val="0"/>
              </a:spcAft>
              <a:buSzPts val="3000"/>
              <a:buNone/>
              <a:defRPr/>
            </a:lvl4pPr>
            <a:lvl5pPr lvl="4" algn="r">
              <a:spcBef>
                <a:spcPts val="0"/>
              </a:spcBef>
              <a:spcAft>
                <a:spcPts val="0"/>
              </a:spcAft>
              <a:buSzPts val="3000"/>
              <a:buNone/>
              <a:defRPr/>
            </a:lvl5pPr>
            <a:lvl6pPr lvl="5" algn="r">
              <a:spcBef>
                <a:spcPts val="0"/>
              </a:spcBef>
              <a:spcAft>
                <a:spcPts val="0"/>
              </a:spcAft>
              <a:buSzPts val="3000"/>
              <a:buNone/>
              <a:defRPr/>
            </a:lvl6pPr>
            <a:lvl7pPr lvl="6" algn="r">
              <a:spcBef>
                <a:spcPts val="0"/>
              </a:spcBef>
              <a:spcAft>
                <a:spcPts val="0"/>
              </a:spcAft>
              <a:buSzPts val="3000"/>
              <a:buNone/>
              <a:defRPr/>
            </a:lvl7pPr>
            <a:lvl8pPr lvl="7" algn="r">
              <a:spcBef>
                <a:spcPts val="0"/>
              </a:spcBef>
              <a:spcAft>
                <a:spcPts val="0"/>
              </a:spcAft>
              <a:buSzPts val="3000"/>
              <a:buNone/>
              <a:defRPr/>
            </a:lvl8pPr>
            <a:lvl9pPr lvl="8" algn="r">
              <a:spcBef>
                <a:spcPts val="0"/>
              </a:spcBef>
              <a:spcAft>
                <a:spcPts val="0"/>
              </a:spcAft>
              <a:buSzPts val="3000"/>
              <a:buNone/>
              <a:defRPr/>
            </a:lvl9pPr>
          </a:lstStyle>
          <a:p/>
        </p:txBody>
      </p:sp>
      <p:sp>
        <p:nvSpPr>
          <p:cNvPr id="116" name="Google Shape;116;p27"/>
          <p:cNvSpPr/>
          <p:nvPr/>
        </p:nvSpPr>
        <p:spPr>
          <a:xfrm>
            <a:off x="148375" y="148500"/>
            <a:ext cx="8869500" cy="4846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TITLE_AND_BODY_1">
    <p:spTree>
      <p:nvGrpSpPr>
        <p:cNvPr id="117" name="Shape 117"/>
        <p:cNvGrpSpPr/>
        <p:nvPr/>
      </p:nvGrpSpPr>
      <p:grpSpPr>
        <a:xfrm>
          <a:off x="0" y="0"/>
          <a:ext cx="0" cy="0"/>
          <a:chOff x="0" y="0"/>
          <a:chExt cx="0" cy="0"/>
        </a:xfrm>
      </p:grpSpPr>
      <p:sp>
        <p:nvSpPr>
          <p:cNvPr id="118" name="Google Shape;118;p28"/>
          <p:cNvSpPr txBox="1"/>
          <p:nvPr>
            <p:ph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19" name="Google Shape;119;p28"/>
          <p:cNvSpPr txBox="1"/>
          <p:nvPr>
            <p:ph idx="1" type="body"/>
          </p:nvPr>
        </p:nvSpPr>
        <p:spPr>
          <a:xfrm>
            <a:off x="720000" y="1381075"/>
            <a:ext cx="7343700" cy="3118800"/>
          </a:xfrm>
          <a:prstGeom prst="rect">
            <a:avLst/>
          </a:prstGeom>
        </p:spPr>
        <p:txBody>
          <a:bodyPr anchorCtr="0" anchor="t" bIns="91425" lIns="91425" spcFirstLastPara="1" rIns="91425" wrap="square" tIns="91425">
            <a:noAutofit/>
          </a:bodyPr>
          <a:lstStyle>
            <a:lvl1pPr indent="-317500" lvl="0" marL="457200">
              <a:lnSpc>
                <a:spcPct val="100000"/>
              </a:lnSpc>
              <a:spcBef>
                <a:spcPts val="0"/>
              </a:spcBef>
              <a:spcAft>
                <a:spcPts val="0"/>
              </a:spcAft>
              <a:buSzPts val="1400"/>
              <a:buFont typeface="Darker Grotesque SemiBold"/>
              <a:buChar char="●"/>
              <a:defRPr>
                <a:solidFill>
                  <a:srgbClr val="434343"/>
                </a:solidFill>
              </a:defRPr>
            </a:lvl1pPr>
            <a:lvl2pPr indent="-317500" lvl="1" marL="914400">
              <a:lnSpc>
                <a:spcPct val="115000"/>
              </a:lnSpc>
              <a:spcBef>
                <a:spcPts val="0"/>
              </a:spcBef>
              <a:spcAft>
                <a:spcPts val="0"/>
              </a:spcAft>
              <a:buClr>
                <a:srgbClr val="15325B"/>
              </a:buClr>
              <a:buSzPts val="1400"/>
              <a:buFont typeface="Darker Grotesque SemiBold"/>
              <a:buChar char="○"/>
              <a:defRPr>
                <a:solidFill>
                  <a:srgbClr val="434343"/>
                </a:solidFill>
              </a:defRPr>
            </a:lvl2pPr>
            <a:lvl3pPr indent="-317500" lvl="2" marL="1371600">
              <a:lnSpc>
                <a:spcPct val="115000"/>
              </a:lnSpc>
              <a:spcBef>
                <a:spcPts val="0"/>
              </a:spcBef>
              <a:spcAft>
                <a:spcPts val="0"/>
              </a:spcAft>
              <a:buClr>
                <a:srgbClr val="15325B"/>
              </a:buClr>
              <a:buSzPts val="1400"/>
              <a:buFont typeface="Darker Grotesque SemiBold"/>
              <a:buChar char="■"/>
              <a:defRPr>
                <a:solidFill>
                  <a:srgbClr val="434343"/>
                </a:solidFill>
              </a:defRPr>
            </a:lvl3pPr>
            <a:lvl4pPr indent="-317500" lvl="3" marL="1828800">
              <a:lnSpc>
                <a:spcPct val="115000"/>
              </a:lnSpc>
              <a:spcBef>
                <a:spcPts val="0"/>
              </a:spcBef>
              <a:spcAft>
                <a:spcPts val="0"/>
              </a:spcAft>
              <a:buClr>
                <a:srgbClr val="15325B"/>
              </a:buClr>
              <a:buSzPts val="1400"/>
              <a:buFont typeface="Darker Grotesque SemiBold"/>
              <a:buChar char="●"/>
              <a:defRPr>
                <a:solidFill>
                  <a:srgbClr val="434343"/>
                </a:solidFill>
              </a:defRPr>
            </a:lvl4pPr>
            <a:lvl5pPr indent="-317500" lvl="4" marL="2286000">
              <a:lnSpc>
                <a:spcPct val="115000"/>
              </a:lnSpc>
              <a:spcBef>
                <a:spcPts val="0"/>
              </a:spcBef>
              <a:spcAft>
                <a:spcPts val="0"/>
              </a:spcAft>
              <a:buClr>
                <a:srgbClr val="15325B"/>
              </a:buClr>
              <a:buSzPts val="1400"/>
              <a:buFont typeface="Darker Grotesque SemiBold"/>
              <a:buChar char="○"/>
              <a:defRPr>
                <a:solidFill>
                  <a:srgbClr val="434343"/>
                </a:solidFill>
              </a:defRPr>
            </a:lvl5pPr>
            <a:lvl6pPr indent="-317500" lvl="5" marL="2743200">
              <a:lnSpc>
                <a:spcPct val="115000"/>
              </a:lnSpc>
              <a:spcBef>
                <a:spcPts val="0"/>
              </a:spcBef>
              <a:spcAft>
                <a:spcPts val="0"/>
              </a:spcAft>
              <a:buClr>
                <a:srgbClr val="15325B"/>
              </a:buClr>
              <a:buSzPts val="1400"/>
              <a:buFont typeface="Darker Grotesque SemiBold"/>
              <a:buChar char="■"/>
              <a:defRPr>
                <a:solidFill>
                  <a:srgbClr val="434343"/>
                </a:solidFill>
              </a:defRPr>
            </a:lvl6pPr>
            <a:lvl7pPr indent="-317500" lvl="6" marL="3200400">
              <a:lnSpc>
                <a:spcPct val="115000"/>
              </a:lnSpc>
              <a:spcBef>
                <a:spcPts val="0"/>
              </a:spcBef>
              <a:spcAft>
                <a:spcPts val="0"/>
              </a:spcAft>
              <a:buClr>
                <a:srgbClr val="15325B"/>
              </a:buClr>
              <a:buSzPts val="1400"/>
              <a:buFont typeface="Darker Grotesque SemiBold"/>
              <a:buChar char="●"/>
              <a:defRPr>
                <a:solidFill>
                  <a:srgbClr val="434343"/>
                </a:solidFill>
              </a:defRPr>
            </a:lvl7pPr>
            <a:lvl8pPr indent="-317500" lvl="7" marL="3657600">
              <a:lnSpc>
                <a:spcPct val="115000"/>
              </a:lnSpc>
              <a:spcBef>
                <a:spcPts val="0"/>
              </a:spcBef>
              <a:spcAft>
                <a:spcPts val="0"/>
              </a:spcAft>
              <a:buClr>
                <a:srgbClr val="15325B"/>
              </a:buClr>
              <a:buSzPts val="1400"/>
              <a:buFont typeface="Darker Grotesque SemiBold"/>
              <a:buChar char="○"/>
              <a:defRPr>
                <a:solidFill>
                  <a:srgbClr val="434343"/>
                </a:solidFill>
              </a:defRPr>
            </a:lvl8pPr>
            <a:lvl9pPr indent="-317500" lvl="8" marL="4114800">
              <a:lnSpc>
                <a:spcPct val="115000"/>
              </a:lnSpc>
              <a:spcBef>
                <a:spcPts val="0"/>
              </a:spcBef>
              <a:spcAft>
                <a:spcPts val="0"/>
              </a:spcAft>
              <a:buClr>
                <a:srgbClr val="15325B"/>
              </a:buClr>
              <a:buSzPts val="1400"/>
              <a:buFont typeface="Darker Grotesque SemiBold"/>
              <a:buChar char="■"/>
              <a:defRPr>
                <a:solidFill>
                  <a:srgbClr val="434343"/>
                </a:solidFill>
              </a:defRPr>
            </a:lvl9pPr>
          </a:lstStyle>
          <a:p/>
        </p:txBody>
      </p:sp>
      <p:sp>
        <p:nvSpPr>
          <p:cNvPr id="120" name="Google Shape;120;p28"/>
          <p:cNvSpPr/>
          <p:nvPr/>
        </p:nvSpPr>
        <p:spPr>
          <a:xfrm>
            <a:off x="148375" y="148500"/>
            <a:ext cx="8869500" cy="4846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3">
    <p:spTree>
      <p:nvGrpSpPr>
        <p:cNvPr id="121" name="Shape 121"/>
        <p:cNvGrpSpPr/>
        <p:nvPr/>
      </p:nvGrpSpPr>
      <p:grpSpPr>
        <a:xfrm>
          <a:off x="0" y="0"/>
          <a:ext cx="0" cy="0"/>
          <a:chOff x="0" y="0"/>
          <a:chExt cx="0" cy="0"/>
        </a:xfrm>
      </p:grpSpPr>
      <p:sp>
        <p:nvSpPr>
          <p:cNvPr id="122" name="Google Shape;122;p29"/>
          <p:cNvSpPr txBox="1"/>
          <p:nvPr>
            <p:ph type="title"/>
          </p:nvPr>
        </p:nvSpPr>
        <p:spPr>
          <a:xfrm>
            <a:off x="1442987" y="3390950"/>
            <a:ext cx="2443500" cy="5277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2500"/>
              <a:buNone/>
              <a:defRPr sz="24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123" name="Google Shape;123;p29"/>
          <p:cNvSpPr txBox="1"/>
          <p:nvPr>
            <p:ph idx="1" type="subTitle"/>
          </p:nvPr>
        </p:nvSpPr>
        <p:spPr>
          <a:xfrm>
            <a:off x="1442987" y="3804248"/>
            <a:ext cx="2443500" cy="4848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4" name="Google Shape;124;p29"/>
          <p:cNvSpPr txBox="1"/>
          <p:nvPr>
            <p:ph idx="2" type="title"/>
          </p:nvPr>
        </p:nvSpPr>
        <p:spPr>
          <a:xfrm>
            <a:off x="5257513" y="3390950"/>
            <a:ext cx="2443500" cy="5277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2500"/>
              <a:buNone/>
              <a:defRPr sz="24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125" name="Google Shape;125;p29"/>
          <p:cNvSpPr txBox="1"/>
          <p:nvPr>
            <p:ph idx="3" type="subTitle"/>
          </p:nvPr>
        </p:nvSpPr>
        <p:spPr>
          <a:xfrm>
            <a:off x="5257513" y="3804248"/>
            <a:ext cx="2443500" cy="4848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26" name="Google Shape;126;p29"/>
          <p:cNvSpPr txBox="1"/>
          <p:nvPr>
            <p:ph idx="4"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3000"/>
              <a:buNone/>
              <a:defRPr b="1"/>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27" name="Google Shape;127;p29"/>
          <p:cNvSpPr/>
          <p:nvPr/>
        </p:nvSpPr>
        <p:spPr>
          <a:xfrm>
            <a:off x="148375" y="148500"/>
            <a:ext cx="8869500" cy="4846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128" name="Shape 128"/>
        <p:cNvGrpSpPr/>
        <p:nvPr/>
      </p:nvGrpSpPr>
      <p:grpSpPr>
        <a:xfrm>
          <a:off x="0" y="0"/>
          <a:ext cx="0" cy="0"/>
          <a:chOff x="0" y="0"/>
          <a:chExt cx="0" cy="0"/>
        </a:xfrm>
      </p:grpSpPr>
      <p:sp>
        <p:nvSpPr>
          <p:cNvPr id="129" name="Google Shape;129;p30"/>
          <p:cNvSpPr txBox="1"/>
          <p:nvPr>
            <p:ph type="title"/>
          </p:nvPr>
        </p:nvSpPr>
        <p:spPr>
          <a:xfrm>
            <a:off x="710750" y="3380025"/>
            <a:ext cx="1805100" cy="527700"/>
          </a:xfrm>
          <a:prstGeom prst="rect">
            <a:avLst/>
          </a:prstGeom>
        </p:spPr>
        <p:txBody>
          <a:bodyPr anchorCtr="0" anchor="t" bIns="91425" lIns="91425" spcFirstLastPara="1" rIns="91425" wrap="square" tIns="91425">
            <a:noAutofit/>
          </a:bodyPr>
          <a:lstStyle>
            <a:lvl1pPr lvl="0">
              <a:spcBef>
                <a:spcPts val="0"/>
              </a:spcBef>
              <a:spcAft>
                <a:spcPts val="0"/>
              </a:spcAft>
              <a:buSzPts val="2500"/>
              <a:buNone/>
              <a:defRPr sz="24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130" name="Google Shape;130;p30"/>
          <p:cNvSpPr txBox="1"/>
          <p:nvPr>
            <p:ph idx="1" type="subTitle"/>
          </p:nvPr>
        </p:nvSpPr>
        <p:spPr>
          <a:xfrm>
            <a:off x="710750" y="3785547"/>
            <a:ext cx="3465900" cy="776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31" name="Google Shape;131;p30"/>
          <p:cNvSpPr txBox="1"/>
          <p:nvPr>
            <p:ph idx="2" type="title"/>
          </p:nvPr>
        </p:nvSpPr>
        <p:spPr>
          <a:xfrm>
            <a:off x="710750" y="1223125"/>
            <a:ext cx="1805100" cy="527700"/>
          </a:xfrm>
          <a:prstGeom prst="rect">
            <a:avLst/>
          </a:prstGeom>
        </p:spPr>
        <p:txBody>
          <a:bodyPr anchorCtr="0" anchor="t" bIns="91425" lIns="91425" spcFirstLastPara="1" rIns="91425" wrap="square" tIns="91425">
            <a:noAutofit/>
          </a:bodyPr>
          <a:lstStyle>
            <a:lvl1pPr lvl="0">
              <a:spcBef>
                <a:spcPts val="0"/>
              </a:spcBef>
              <a:spcAft>
                <a:spcPts val="0"/>
              </a:spcAft>
              <a:buSzPts val="2500"/>
              <a:buNone/>
              <a:defRPr sz="24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132" name="Google Shape;132;p30"/>
          <p:cNvSpPr txBox="1"/>
          <p:nvPr>
            <p:ph idx="3" type="subTitle"/>
          </p:nvPr>
        </p:nvSpPr>
        <p:spPr>
          <a:xfrm>
            <a:off x="710750" y="1627900"/>
            <a:ext cx="3465900" cy="776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33" name="Google Shape;133;p30"/>
          <p:cNvSpPr txBox="1"/>
          <p:nvPr>
            <p:ph idx="4" type="title"/>
          </p:nvPr>
        </p:nvSpPr>
        <p:spPr>
          <a:xfrm>
            <a:off x="710750" y="2301213"/>
            <a:ext cx="1805100" cy="527700"/>
          </a:xfrm>
          <a:prstGeom prst="rect">
            <a:avLst/>
          </a:prstGeom>
        </p:spPr>
        <p:txBody>
          <a:bodyPr anchorCtr="0" anchor="t" bIns="91425" lIns="91425" spcFirstLastPara="1" rIns="91425" wrap="square" tIns="91425">
            <a:noAutofit/>
          </a:bodyPr>
          <a:lstStyle>
            <a:lvl1pPr lvl="0">
              <a:spcBef>
                <a:spcPts val="0"/>
              </a:spcBef>
              <a:spcAft>
                <a:spcPts val="0"/>
              </a:spcAft>
              <a:buSzPts val="2500"/>
              <a:buNone/>
              <a:defRPr sz="24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134" name="Google Shape;134;p30"/>
          <p:cNvSpPr txBox="1"/>
          <p:nvPr>
            <p:ph idx="5" type="subTitle"/>
          </p:nvPr>
        </p:nvSpPr>
        <p:spPr>
          <a:xfrm>
            <a:off x="710750" y="2706729"/>
            <a:ext cx="3465900" cy="776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35" name="Google Shape;135;p30"/>
          <p:cNvSpPr txBox="1"/>
          <p:nvPr>
            <p:ph idx="6" type="title"/>
          </p:nvPr>
        </p:nvSpPr>
        <p:spPr>
          <a:xfrm>
            <a:off x="710750" y="387250"/>
            <a:ext cx="4724700" cy="7764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3000"/>
              <a:buNone/>
              <a:defRPr b="1" sz="36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36" name="Google Shape;136;p30"/>
          <p:cNvSpPr/>
          <p:nvPr/>
        </p:nvSpPr>
        <p:spPr>
          <a:xfrm>
            <a:off x="148375" y="148500"/>
            <a:ext cx="8869500" cy="4846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137" name="Shape 137"/>
        <p:cNvGrpSpPr/>
        <p:nvPr/>
      </p:nvGrpSpPr>
      <p:grpSpPr>
        <a:xfrm>
          <a:off x="0" y="0"/>
          <a:ext cx="0" cy="0"/>
          <a:chOff x="0" y="0"/>
          <a:chExt cx="0" cy="0"/>
        </a:xfrm>
      </p:grpSpPr>
      <p:sp>
        <p:nvSpPr>
          <p:cNvPr id="138" name="Google Shape;138;p31"/>
          <p:cNvSpPr txBox="1"/>
          <p:nvPr>
            <p:ph type="title"/>
          </p:nvPr>
        </p:nvSpPr>
        <p:spPr>
          <a:xfrm>
            <a:off x="772650" y="1565975"/>
            <a:ext cx="2443500" cy="5277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2500"/>
              <a:buNone/>
              <a:defRPr sz="24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139" name="Google Shape;139;p31"/>
          <p:cNvSpPr txBox="1"/>
          <p:nvPr>
            <p:ph idx="1" type="subTitle"/>
          </p:nvPr>
        </p:nvSpPr>
        <p:spPr>
          <a:xfrm>
            <a:off x="772650" y="1979273"/>
            <a:ext cx="2443500" cy="484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40" name="Google Shape;140;p31"/>
          <p:cNvSpPr txBox="1"/>
          <p:nvPr>
            <p:ph idx="2" type="title"/>
          </p:nvPr>
        </p:nvSpPr>
        <p:spPr>
          <a:xfrm>
            <a:off x="3291776" y="1565975"/>
            <a:ext cx="2443500" cy="5277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2500"/>
              <a:buNone/>
              <a:defRPr sz="24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141" name="Google Shape;141;p31"/>
          <p:cNvSpPr txBox="1"/>
          <p:nvPr>
            <p:ph idx="3" type="subTitle"/>
          </p:nvPr>
        </p:nvSpPr>
        <p:spPr>
          <a:xfrm>
            <a:off x="3291777" y="1979273"/>
            <a:ext cx="2443500" cy="484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42" name="Google Shape;142;p31"/>
          <p:cNvSpPr txBox="1"/>
          <p:nvPr>
            <p:ph idx="4" type="title"/>
          </p:nvPr>
        </p:nvSpPr>
        <p:spPr>
          <a:xfrm>
            <a:off x="772650" y="3083619"/>
            <a:ext cx="2443500" cy="5277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2500"/>
              <a:buNone/>
              <a:defRPr sz="24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143" name="Google Shape;143;p31"/>
          <p:cNvSpPr txBox="1"/>
          <p:nvPr>
            <p:ph idx="5" type="subTitle"/>
          </p:nvPr>
        </p:nvSpPr>
        <p:spPr>
          <a:xfrm>
            <a:off x="772650" y="3496926"/>
            <a:ext cx="2443500" cy="484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44" name="Google Shape;144;p31"/>
          <p:cNvSpPr txBox="1"/>
          <p:nvPr>
            <p:ph idx="6" type="title"/>
          </p:nvPr>
        </p:nvSpPr>
        <p:spPr>
          <a:xfrm>
            <a:off x="3300396" y="3083619"/>
            <a:ext cx="2426400" cy="5277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2500"/>
              <a:buNone/>
              <a:defRPr sz="24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145" name="Google Shape;145;p31"/>
          <p:cNvSpPr txBox="1"/>
          <p:nvPr>
            <p:ph idx="7" type="subTitle"/>
          </p:nvPr>
        </p:nvSpPr>
        <p:spPr>
          <a:xfrm>
            <a:off x="3291777" y="3496926"/>
            <a:ext cx="2443500" cy="484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46" name="Google Shape;146;p31"/>
          <p:cNvSpPr txBox="1"/>
          <p:nvPr>
            <p:ph idx="8" type="title"/>
          </p:nvPr>
        </p:nvSpPr>
        <p:spPr>
          <a:xfrm>
            <a:off x="720000" y="445025"/>
            <a:ext cx="7704000" cy="572700"/>
          </a:xfrm>
          <a:prstGeom prst="rect">
            <a:avLst/>
          </a:prstGeom>
          <a:ln>
            <a:noFill/>
          </a:ln>
        </p:spPr>
        <p:txBody>
          <a:bodyPr anchorCtr="0" anchor="t" bIns="91425" lIns="91425" spcFirstLastPara="1" rIns="91425" wrap="square" tIns="91425">
            <a:noAutofit/>
          </a:bodyPr>
          <a:lstStyle>
            <a:lvl1pPr lvl="0" algn="ctr">
              <a:spcBef>
                <a:spcPts val="0"/>
              </a:spcBef>
              <a:spcAft>
                <a:spcPts val="0"/>
              </a:spcAft>
              <a:buSzPts val="3000"/>
              <a:buNone/>
              <a:defRPr b="1"/>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47" name="Google Shape;147;p31"/>
          <p:cNvSpPr/>
          <p:nvPr/>
        </p:nvSpPr>
        <p:spPr>
          <a:xfrm>
            <a:off x="148375" y="148500"/>
            <a:ext cx="8869500" cy="4846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148" name="Shape 148"/>
        <p:cNvGrpSpPr/>
        <p:nvPr/>
      </p:nvGrpSpPr>
      <p:grpSpPr>
        <a:xfrm>
          <a:off x="0" y="0"/>
          <a:ext cx="0" cy="0"/>
          <a:chOff x="0" y="0"/>
          <a:chExt cx="0" cy="0"/>
        </a:xfrm>
      </p:grpSpPr>
      <p:sp>
        <p:nvSpPr>
          <p:cNvPr id="149" name="Google Shape;149;p32"/>
          <p:cNvSpPr txBox="1"/>
          <p:nvPr>
            <p:ph type="title"/>
          </p:nvPr>
        </p:nvSpPr>
        <p:spPr>
          <a:xfrm>
            <a:off x="6651929" y="596775"/>
            <a:ext cx="1812300" cy="527700"/>
          </a:xfrm>
          <a:prstGeom prst="rect">
            <a:avLst/>
          </a:prstGeom>
        </p:spPr>
        <p:txBody>
          <a:bodyPr anchorCtr="0" anchor="t" bIns="91425" lIns="91425" spcFirstLastPara="1" rIns="91425" wrap="square" tIns="91425">
            <a:noAutofit/>
          </a:bodyPr>
          <a:lstStyle>
            <a:lvl1pPr lvl="0">
              <a:spcBef>
                <a:spcPts val="0"/>
              </a:spcBef>
              <a:spcAft>
                <a:spcPts val="0"/>
              </a:spcAft>
              <a:buSzPts val="2500"/>
              <a:buNone/>
              <a:defRPr sz="24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150" name="Google Shape;150;p32"/>
          <p:cNvSpPr txBox="1"/>
          <p:nvPr>
            <p:ph idx="1" type="subTitle"/>
          </p:nvPr>
        </p:nvSpPr>
        <p:spPr>
          <a:xfrm>
            <a:off x="6651929" y="1023959"/>
            <a:ext cx="1812300" cy="484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1" name="Google Shape;151;p32"/>
          <p:cNvSpPr txBox="1"/>
          <p:nvPr>
            <p:ph idx="2" type="title"/>
          </p:nvPr>
        </p:nvSpPr>
        <p:spPr>
          <a:xfrm>
            <a:off x="3876449" y="2061850"/>
            <a:ext cx="1812300" cy="527700"/>
          </a:xfrm>
          <a:prstGeom prst="rect">
            <a:avLst/>
          </a:prstGeom>
        </p:spPr>
        <p:txBody>
          <a:bodyPr anchorCtr="0" anchor="t" bIns="91425" lIns="91425" spcFirstLastPara="1" rIns="91425" wrap="square" tIns="91425">
            <a:noAutofit/>
          </a:bodyPr>
          <a:lstStyle>
            <a:lvl1pPr lvl="0">
              <a:spcBef>
                <a:spcPts val="0"/>
              </a:spcBef>
              <a:spcAft>
                <a:spcPts val="0"/>
              </a:spcAft>
              <a:buSzPts val="2500"/>
              <a:buNone/>
              <a:defRPr sz="24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152" name="Google Shape;152;p32"/>
          <p:cNvSpPr txBox="1"/>
          <p:nvPr>
            <p:ph idx="3" type="subTitle"/>
          </p:nvPr>
        </p:nvSpPr>
        <p:spPr>
          <a:xfrm>
            <a:off x="3876450" y="2489034"/>
            <a:ext cx="1812300" cy="484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3" name="Google Shape;153;p32"/>
          <p:cNvSpPr txBox="1"/>
          <p:nvPr>
            <p:ph idx="4" type="title"/>
          </p:nvPr>
        </p:nvSpPr>
        <p:spPr>
          <a:xfrm>
            <a:off x="3876453" y="596775"/>
            <a:ext cx="1812300" cy="527700"/>
          </a:xfrm>
          <a:prstGeom prst="rect">
            <a:avLst/>
          </a:prstGeom>
        </p:spPr>
        <p:txBody>
          <a:bodyPr anchorCtr="0" anchor="t" bIns="91425" lIns="91425" spcFirstLastPara="1" rIns="91425" wrap="square" tIns="91425">
            <a:noAutofit/>
          </a:bodyPr>
          <a:lstStyle>
            <a:lvl1pPr lvl="0">
              <a:spcBef>
                <a:spcPts val="0"/>
              </a:spcBef>
              <a:spcAft>
                <a:spcPts val="0"/>
              </a:spcAft>
              <a:buSzPts val="2500"/>
              <a:buNone/>
              <a:defRPr sz="24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154" name="Google Shape;154;p32"/>
          <p:cNvSpPr txBox="1"/>
          <p:nvPr>
            <p:ph idx="5" type="subTitle"/>
          </p:nvPr>
        </p:nvSpPr>
        <p:spPr>
          <a:xfrm>
            <a:off x="3876455" y="1023959"/>
            <a:ext cx="1812300" cy="484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5" name="Google Shape;155;p32"/>
          <p:cNvSpPr txBox="1"/>
          <p:nvPr>
            <p:ph idx="6" type="title"/>
          </p:nvPr>
        </p:nvSpPr>
        <p:spPr>
          <a:xfrm>
            <a:off x="3876449" y="3526925"/>
            <a:ext cx="1812300" cy="527700"/>
          </a:xfrm>
          <a:prstGeom prst="rect">
            <a:avLst/>
          </a:prstGeom>
        </p:spPr>
        <p:txBody>
          <a:bodyPr anchorCtr="0" anchor="t" bIns="91425" lIns="91425" spcFirstLastPara="1" rIns="91425" wrap="square" tIns="91425">
            <a:noAutofit/>
          </a:bodyPr>
          <a:lstStyle>
            <a:lvl1pPr lvl="0">
              <a:spcBef>
                <a:spcPts val="0"/>
              </a:spcBef>
              <a:spcAft>
                <a:spcPts val="0"/>
              </a:spcAft>
              <a:buSzPts val="2500"/>
              <a:buNone/>
              <a:defRPr sz="24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156" name="Google Shape;156;p32"/>
          <p:cNvSpPr txBox="1"/>
          <p:nvPr>
            <p:ph idx="7" type="subTitle"/>
          </p:nvPr>
        </p:nvSpPr>
        <p:spPr>
          <a:xfrm>
            <a:off x="3876450" y="3947167"/>
            <a:ext cx="1812300" cy="484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7" name="Google Shape;157;p32"/>
          <p:cNvSpPr txBox="1"/>
          <p:nvPr>
            <p:ph idx="8" type="title"/>
          </p:nvPr>
        </p:nvSpPr>
        <p:spPr>
          <a:xfrm>
            <a:off x="6651925" y="2061850"/>
            <a:ext cx="1812300" cy="527700"/>
          </a:xfrm>
          <a:prstGeom prst="rect">
            <a:avLst/>
          </a:prstGeom>
        </p:spPr>
        <p:txBody>
          <a:bodyPr anchorCtr="0" anchor="t" bIns="91425" lIns="91425" spcFirstLastPara="1" rIns="91425" wrap="square" tIns="91425">
            <a:noAutofit/>
          </a:bodyPr>
          <a:lstStyle>
            <a:lvl1pPr lvl="0">
              <a:spcBef>
                <a:spcPts val="0"/>
              </a:spcBef>
              <a:spcAft>
                <a:spcPts val="0"/>
              </a:spcAft>
              <a:buSzPts val="2500"/>
              <a:buNone/>
              <a:defRPr sz="24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158" name="Google Shape;158;p32"/>
          <p:cNvSpPr txBox="1"/>
          <p:nvPr>
            <p:ph idx="9" type="subTitle"/>
          </p:nvPr>
        </p:nvSpPr>
        <p:spPr>
          <a:xfrm>
            <a:off x="6651925" y="2489034"/>
            <a:ext cx="1812300" cy="484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59" name="Google Shape;159;p32"/>
          <p:cNvSpPr txBox="1"/>
          <p:nvPr>
            <p:ph idx="13" type="title"/>
          </p:nvPr>
        </p:nvSpPr>
        <p:spPr>
          <a:xfrm>
            <a:off x="6651925" y="3526925"/>
            <a:ext cx="1812300" cy="527700"/>
          </a:xfrm>
          <a:prstGeom prst="rect">
            <a:avLst/>
          </a:prstGeom>
        </p:spPr>
        <p:txBody>
          <a:bodyPr anchorCtr="0" anchor="t" bIns="91425" lIns="91425" spcFirstLastPara="1" rIns="91425" wrap="square" tIns="91425">
            <a:noAutofit/>
          </a:bodyPr>
          <a:lstStyle>
            <a:lvl1pPr lvl="0">
              <a:spcBef>
                <a:spcPts val="0"/>
              </a:spcBef>
              <a:spcAft>
                <a:spcPts val="0"/>
              </a:spcAft>
              <a:buSzPts val="2500"/>
              <a:buNone/>
              <a:defRPr sz="2400"/>
            </a:lvl1pPr>
            <a:lvl2pPr lvl="1" algn="ctr">
              <a:spcBef>
                <a:spcPts val="0"/>
              </a:spcBef>
              <a:spcAft>
                <a:spcPts val="0"/>
              </a:spcAft>
              <a:buSzPts val="2500"/>
              <a:buNone/>
              <a:defRPr sz="2500"/>
            </a:lvl2pPr>
            <a:lvl3pPr lvl="2" algn="ctr">
              <a:spcBef>
                <a:spcPts val="0"/>
              </a:spcBef>
              <a:spcAft>
                <a:spcPts val="0"/>
              </a:spcAft>
              <a:buSzPts val="2500"/>
              <a:buNone/>
              <a:defRPr sz="2500"/>
            </a:lvl3pPr>
            <a:lvl4pPr lvl="3" algn="ctr">
              <a:spcBef>
                <a:spcPts val="0"/>
              </a:spcBef>
              <a:spcAft>
                <a:spcPts val="0"/>
              </a:spcAft>
              <a:buSzPts val="2500"/>
              <a:buNone/>
              <a:defRPr sz="2500"/>
            </a:lvl4pPr>
            <a:lvl5pPr lvl="4" algn="ctr">
              <a:spcBef>
                <a:spcPts val="0"/>
              </a:spcBef>
              <a:spcAft>
                <a:spcPts val="0"/>
              </a:spcAft>
              <a:buSzPts val="2500"/>
              <a:buNone/>
              <a:defRPr sz="2500"/>
            </a:lvl5pPr>
            <a:lvl6pPr lvl="5" algn="ctr">
              <a:spcBef>
                <a:spcPts val="0"/>
              </a:spcBef>
              <a:spcAft>
                <a:spcPts val="0"/>
              </a:spcAft>
              <a:buSzPts val="2500"/>
              <a:buNone/>
              <a:defRPr sz="2500"/>
            </a:lvl6pPr>
            <a:lvl7pPr lvl="6" algn="ctr">
              <a:spcBef>
                <a:spcPts val="0"/>
              </a:spcBef>
              <a:spcAft>
                <a:spcPts val="0"/>
              </a:spcAft>
              <a:buSzPts val="2500"/>
              <a:buNone/>
              <a:defRPr sz="2500"/>
            </a:lvl7pPr>
            <a:lvl8pPr lvl="7" algn="ctr">
              <a:spcBef>
                <a:spcPts val="0"/>
              </a:spcBef>
              <a:spcAft>
                <a:spcPts val="0"/>
              </a:spcAft>
              <a:buSzPts val="2500"/>
              <a:buNone/>
              <a:defRPr sz="2500"/>
            </a:lvl8pPr>
            <a:lvl9pPr lvl="8" algn="ctr">
              <a:spcBef>
                <a:spcPts val="0"/>
              </a:spcBef>
              <a:spcAft>
                <a:spcPts val="0"/>
              </a:spcAft>
              <a:buSzPts val="2500"/>
              <a:buNone/>
              <a:defRPr sz="2500"/>
            </a:lvl9pPr>
          </a:lstStyle>
          <a:p/>
        </p:txBody>
      </p:sp>
      <p:sp>
        <p:nvSpPr>
          <p:cNvPr id="160" name="Google Shape;160;p32"/>
          <p:cNvSpPr txBox="1"/>
          <p:nvPr>
            <p:ph idx="14" type="subTitle"/>
          </p:nvPr>
        </p:nvSpPr>
        <p:spPr>
          <a:xfrm>
            <a:off x="6651925" y="3947167"/>
            <a:ext cx="1812300" cy="484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1" name="Google Shape;161;p32"/>
          <p:cNvSpPr txBox="1"/>
          <p:nvPr>
            <p:ph idx="15" type="title"/>
          </p:nvPr>
        </p:nvSpPr>
        <p:spPr>
          <a:xfrm>
            <a:off x="796200" y="2024325"/>
            <a:ext cx="2117100" cy="956400"/>
          </a:xfrm>
          <a:prstGeom prst="rect">
            <a:avLst/>
          </a:prstGeom>
          <a:ln>
            <a:noFill/>
          </a:ln>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62" name="Google Shape;162;p32"/>
          <p:cNvSpPr/>
          <p:nvPr/>
        </p:nvSpPr>
        <p:spPr>
          <a:xfrm>
            <a:off x="148375" y="148500"/>
            <a:ext cx="8869500" cy="4846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163" name="Shape 163"/>
        <p:cNvGrpSpPr/>
        <p:nvPr/>
      </p:nvGrpSpPr>
      <p:grpSpPr>
        <a:xfrm>
          <a:off x="0" y="0"/>
          <a:ext cx="0" cy="0"/>
          <a:chOff x="0" y="0"/>
          <a:chExt cx="0" cy="0"/>
        </a:xfrm>
      </p:grpSpPr>
      <p:sp>
        <p:nvSpPr>
          <p:cNvPr id="164" name="Google Shape;164;p33"/>
          <p:cNvSpPr txBox="1"/>
          <p:nvPr>
            <p:ph hasCustomPrompt="1" type="title"/>
          </p:nvPr>
        </p:nvSpPr>
        <p:spPr>
          <a:xfrm>
            <a:off x="1055400" y="983350"/>
            <a:ext cx="3859500" cy="828300"/>
          </a:xfrm>
          <a:prstGeom prst="rect">
            <a:avLst/>
          </a:prstGeom>
        </p:spPr>
        <p:txBody>
          <a:bodyPr anchorCtr="0" anchor="t" bIns="91425" lIns="91425" spcFirstLastPara="1" rIns="91425" wrap="square" tIns="91425">
            <a:noAutofit/>
          </a:bodyPr>
          <a:lstStyle>
            <a:lvl1pPr lvl="0">
              <a:spcBef>
                <a:spcPts val="0"/>
              </a:spcBef>
              <a:spcAft>
                <a:spcPts val="0"/>
              </a:spcAft>
              <a:buSzPts val="6200"/>
              <a:buNone/>
              <a:defRPr b="1" sz="50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165" name="Google Shape;165;p33"/>
          <p:cNvSpPr txBox="1"/>
          <p:nvPr>
            <p:ph idx="1" type="subTitle"/>
          </p:nvPr>
        </p:nvSpPr>
        <p:spPr>
          <a:xfrm>
            <a:off x="1055400" y="1811650"/>
            <a:ext cx="4327200" cy="5406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800">
                <a:solidFill>
                  <a:srgbClr val="242424"/>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6" name="Google Shape;166;p33"/>
          <p:cNvSpPr txBox="1"/>
          <p:nvPr>
            <p:ph hasCustomPrompt="1" idx="2" type="title"/>
          </p:nvPr>
        </p:nvSpPr>
        <p:spPr>
          <a:xfrm>
            <a:off x="1055400" y="2605127"/>
            <a:ext cx="3859500" cy="828300"/>
          </a:xfrm>
          <a:prstGeom prst="rect">
            <a:avLst/>
          </a:prstGeom>
        </p:spPr>
        <p:txBody>
          <a:bodyPr anchorCtr="0" anchor="t" bIns="91425" lIns="91425" spcFirstLastPara="1" rIns="91425" wrap="square" tIns="91425">
            <a:noAutofit/>
          </a:bodyPr>
          <a:lstStyle>
            <a:lvl1pPr lvl="0">
              <a:spcBef>
                <a:spcPts val="0"/>
              </a:spcBef>
              <a:spcAft>
                <a:spcPts val="0"/>
              </a:spcAft>
              <a:buSzPts val="6200"/>
              <a:buNone/>
              <a:defRPr b="1" sz="50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a:r>
              <a:t>xx%</a:t>
            </a:r>
          </a:p>
        </p:txBody>
      </p:sp>
      <p:sp>
        <p:nvSpPr>
          <p:cNvPr id="167" name="Google Shape;167;p33"/>
          <p:cNvSpPr txBox="1"/>
          <p:nvPr>
            <p:ph idx="3" type="subTitle"/>
          </p:nvPr>
        </p:nvSpPr>
        <p:spPr>
          <a:xfrm>
            <a:off x="1055400" y="3433423"/>
            <a:ext cx="4327200" cy="540600"/>
          </a:xfrm>
          <a:prstGeom prst="rect">
            <a:avLst/>
          </a:prstGeom>
          <a:ln>
            <a:noFill/>
          </a:ln>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800">
                <a:solidFill>
                  <a:srgbClr val="242424"/>
                </a:solidFill>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168" name="Google Shape;168;p33"/>
          <p:cNvSpPr/>
          <p:nvPr/>
        </p:nvSpPr>
        <p:spPr>
          <a:xfrm>
            <a:off x="148375" y="148500"/>
            <a:ext cx="8869500" cy="4846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169" name="Shape 169"/>
        <p:cNvGrpSpPr/>
        <p:nvPr/>
      </p:nvGrpSpPr>
      <p:grpSpPr>
        <a:xfrm>
          <a:off x="0" y="0"/>
          <a:ext cx="0" cy="0"/>
          <a:chOff x="0" y="0"/>
          <a:chExt cx="0" cy="0"/>
        </a:xfrm>
      </p:grpSpPr>
      <p:sp>
        <p:nvSpPr>
          <p:cNvPr id="170" name="Google Shape;170;p34"/>
          <p:cNvSpPr/>
          <p:nvPr/>
        </p:nvSpPr>
        <p:spPr>
          <a:xfrm>
            <a:off x="148375" y="148500"/>
            <a:ext cx="8869500" cy="4846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34"/>
          <p:cNvSpPr txBox="1"/>
          <p:nvPr>
            <p:ph type="ctrTitle"/>
          </p:nvPr>
        </p:nvSpPr>
        <p:spPr>
          <a:xfrm>
            <a:off x="2429950" y="499475"/>
            <a:ext cx="4284000" cy="997800"/>
          </a:xfrm>
          <a:prstGeom prst="rect">
            <a:avLst/>
          </a:prstGeom>
        </p:spPr>
        <p:txBody>
          <a:bodyPr anchorCtr="0" anchor="t"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72" name="Google Shape;172;p34"/>
          <p:cNvSpPr txBox="1"/>
          <p:nvPr>
            <p:ph idx="1" type="subTitle"/>
          </p:nvPr>
        </p:nvSpPr>
        <p:spPr>
          <a:xfrm>
            <a:off x="3265350" y="1502417"/>
            <a:ext cx="2613300" cy="1284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73" name="Google Shape;173;p34"/>
          <p:cNvSpPr txBox="1"/>
          <p:nvPr>
            <p:ph idx="2" type="subTitle"/>
          </p:nvPr>
        </p:nvSpPr>
        <p:spPr>
          <a:xfrm>
            <a:off x="2425000" y="4124521"/>
            <a:ext cx="4293900" cy="4563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200">
                <a:solidFill>
                  <a:srgbClr val="434343"/>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74" name="Google Shape;174;p34"/>
          <p:cNvSpPr txBox="1"/>
          <p:nvPr/>
        </p:nvSpPr>
        <p:spPr>
          <a:xfrm>
            <a:off x="2730325" y="3416238"/>
            <a:ext cx="3705600" cy="6306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lang="en" sz="1000">
                <a:solidFill>
                  <a:srgbClr val="434343"/>
                </a:solidFill>
                <a:latin typeface="Nunito"/>
                <a:ea typeface="Nunito"/>
                <a:cs typeface="Nunito"/>
                <a:sym typeface="Nunito"/>
              </a:rPr>
              <a:t>CRÉDITOS: Esta plantilla de presentación fue creada por </a:t>
            </a:r>
            <a:r>
              <a:rPr lang="en" sz="1000">
                <a:solidFill>
                  <a:srgbClr val="434343"/>
                </a:solidFill>
                <a:uFill>
                  <a:noFill/>
                </a:uFill>
                <a:latin typeface="Nunito"/>
                <a:ea typeface="Nunito"/>
                <a:cs typeface="Nunito"/>
                <a:sym typeface="Nunito"/>
                <a:hlinkClick r:id="rId2">
                  <a:extLst>
                    <a:ext uri="{A12FA001-AC4F-418D-AE19-62706E023703}">
                      <ahyp:hlinkClr val="tx"/>
                    </a:ext>
                  </a:extLst>
                </a:hlinkClick>
              </a:rPr>
              <a:t>Slidesgo</a:t>
            </a:r>
            <a:r>
              <a:rPr lang="en" sz="1000">
                <a:solidFill>
                  <a:srgbClr val="434343"/>
                </a:solidFill>
                <a:latin typeface="Nunito"/>
                <a:ea typeface="Nunito"/>
                <a:cs typeface="Nunito"/>
                <a:sym typeface="Nunito"/>
              </a:rPr>
              <a:t>, que incluye iconos de </a:t>
            </a:r>
            <a:r>
              <a:rPr lang="en" sz="1000">
                <a:solidFill>
                  <a:srgbClr val="434343"/>
                </a:solidFill>
                <a:uFill>
                  <a:noFill/>
                </a:uFill>
                <a:latin typeface="Nunito"/>
                <a:ea typeface="Nunito"/>
                <a:cs typeface="Nunito"/>
                <a:sym typeface="Nunito"/>
                <a:hlinkClick r:id="rId3">
                  <a:extLst>
                    <a:ext uri="{A12FA001-AC4F-418D-AE19-62706E023703}">
                      <ahyp:hlinkClr val="tx"/>
                    </a:ext>
                  </a:extLst>
                </a:hlinkClick>
              </a:rPr>
              <a:t>Flaticon</a:t>
            </a:r>
            <a:r>
              <a:rPr lang="en" sz="1000">
                <a:solidFill>
                  <a:srgbClr val="434343"/>
                </a:solidFill>
                <a:latin typeface="Nunito"/>
                <a:ea typeface="Nunito"/>
                <a:cs typeface="Nunito"/>
                <a:sym typeface="Nunito"/>
              </a:rPr>
              <a:t>, infografías e imágenes de </a:t>
            </a:r>
            <a:r>
              <a:rPr lang="en" sz="1000">
                <a:solidFill>
                  <a:srgbClr val="434343"/>
                </a:solidFill>
                <a:uFill>
                  <a:noFill/>
                </a:uFill>
                <a:latin typeface="Nunito"/>
                <a:ea typeface="Nunito"/>
                <a:cs typeface="Nunito"/>
                <a:sym typeface="Nunito"/>
                <a:hlinkClick r:id="rId4">
                  <a:extLst>
                    <a:ext uri="{A12FA001-AC4F-418D-AE19-62706E023703}">
                      <ahyp:hlinkClr val="tx"/>
                    </a:ext>
                  </a:extLst>
                </a:hlinkClick>
              </a:rPr>
              <a:t>Freepik</a:t>
            </a:r>
            <a:r>
              <a:rPr lang="en" sz="1000">
                <a:solidFill>
                  <a:srgbClr val="434343"/>
                </a:solidFill>
                <a:latin typeface="Nunito"/>
                <a:ea typeface="Nunito"/>
                <a:cs typeface="Nunito"/>
                <a:sym typeface="Nunito"/>
              </a:rPr>
              <a:t> e ilustraciones de </a:t>
            </a:r>
            <a:r>
              <a:rPr lang="en" sz="1000">
                <a:solidFill>
                  <a:srgbClr val="434343"/>
                </a:solidFill>
                <a:uFill>
                  <a:noFill/>
                </a:uFill>
                <a:latin typeface="Nunito"/>
                <a:ea typeface="Nunito"/>
                <a:cs typeface="Nunito"/>
                <a:sym typeface="Nunito"/>
                <a:hlinkClick r:id="rId5">
                  <a:extLst>
                    <a:ext uri="{A12FA001-AC4F-418D-AE19-62706E023703}">
                      <ahyp:hlinkClr val="tx"/>
                    </a:ext>
                  </a:extLst>
                </a:hlinkClick>
              </a:rPr>
              <a:t>Storyset</a:t>
            </a:r>
            <a:endParaRPr sz="1000">
              <a:solidFill>
                <a:srgbClr val="434343"/>
              </a:solidFill>
              <a:latin typeface="Nunito"/>
              <a:ea typeface="Nunito"/>
              <a:cs typeface="Nunito"/>
              <a:sym typeface="Nunito"/>
            </a:endParaRPr>
          </a:p>
          <a:p>
            <a:pPr indent="0" lvl="0" marL="0" rtl="0" algn="ctr">
              <a:lnSpc>
                <a:spcPct val="100000"/>
              </a:lnSpc>
              <a:spcBef>
                <a:spcPts val="300"/>
              </a:spcBef>
              <a:spcAft>
                <a:spcPts val="0"/>
              </a:spcAft>
              <a:buNone/>
            </a:pPr>
            <a:r>
              <a:t/>
            </a:r>
            <a:endParaRPr sz="1000">
              <a:solidFill>
                <a:srgbClr val="434343"/>
              </a:solidFill>
              <a:latin typeface="Nunito"/>
              <a:ea typeface="Nunito"/>
              <a:cs typeface="Nunito"/>
              <a:sym typeface="Nunito"/>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175" name="Shape 175"/>
        <p:cNvGrpSpPr/>
        <p:nvPr/>
      </p:nvGrpSpPr>
      <p:grpSpPr>
        <a:xfrm>
          <a:off x="0" y="0"/>
          <a:ext cx="0" cy="0"/>
          <a:chOff x="0" y="0"/>
          <a:chExt cx="0" cy="0"/>
        </a:xfrm>
      </p:grpSpPr>
      <p:sp>
        <p:nvSpPr>
          <p:cNvPr id="176" name="Google Shape;176;p35"/>
          <p:cNvSpPr/>
          <p:nvPr/>
        </p:nvSpPr>
        <p:spPr>
          <a:xfrm>
            <a:off x="148375" y="148500"/>
            <a:ext cx="8869500" cy="48465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177" name="Shape 17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11" Type="http://schemas.openxmlformats.org/officeDocument/2006/relationships/slideLayout" Target="../slideLayouts/slideLayout22.xml"/><Relationship Id="rId22" Type="http://schemas.openxmlformats.org/officeDocument/2006/relationships/slideLayout" Target="../slideLayouts/slideLayout33.xml"/><Relationship Id="rId10" Type="http://schemas.openxmlformats.org/officeDocument/2006/relationships/slideLayout" Target="../slideLayouts/slideLayout21.xml"/><Relationship Id="rId21" Type="http://schemas.openxmlformats.org/officeDocument/2006/relationships/slideLayout" Target="../slideLayouts/slideLayout32.xml"/><Relationship Id="rId13" Type="http://schemas.openxmlformats.org/officeDocument/2006/relationships/slideLayout" Target="../slideLayouts/slideLayout24.xml"/><Relationship Id="rId24" Type="http://schemas.openxmlformats.org/officeDocument/2006/relationships/theme" Target="../theme/theme3.xml"/><Relationship Id="rId12" Type="http://schemas.openxmlformats.org/officeDocument/2006/relationships/slideLayout" Target="../slideLayouts/slideLayout23.xml"/><Relationship Id="rId23" Type="http://schemas.openxmlformats.org/officeDocument/2006/relationships/slideLayout" Target="../slideLayouts/slideLayout34.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5" Type="http://schemas.openxmlformats.org/officeDocument/2006/relationships/slideLayout" Target="../slideLayouts/slideLayout16.xml"/><Relationship Id="rId19" Type="http://schemas.openxmlformats.org/officeDocument/2006/relationships/slideLayout" Target="../slideLayouts/slideLayout30.xml"/><Relationship Id="rId6" Type="http://schemas.openxmlformats.org/officeDocument/2006/relationships/slideLayout" Target="../slideLayouts/slideLayout17.xml"/><Relationship Id="rId18" Type="http://schemas.openxmlformats.org/officeDocument/2006/relationships/slideLayout" Target="../slideLayouts/slideLayout29.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Questrial"/>
              <a:buNone/>
              <a:defRPr sz="3000">
                <a:solidFill>
                  <a:schemeClr val="dk1"/>
                </a:solidFill>
                <a:latin typeface="Questrial"/>
                <a:ea typeface="Questrial"/>
                <a:cs typeface="Questrial"/>
                <a:sym typeface="Questrial"/>
              </a:defRPr>
            </a:lvl1pPr>
            <a:lvl2pPr lvl="1">
              <a:spcBef>
                <a:spcPts val="0"/>
              </a:spcBef>
              <a:spcAft>
                <a:spcPts val="0"/>
              </a:spcAft>
              <a:buClr>
                <a:schemeClr val="dk1"/>
              </a:buClr>
              <a:buSzPts val="3000"/>
              <a:buFont typeface="Questrial"/>
              <a:buNone/>
              <a:defRPr sz="3000">
                <a:solidFill>
                  <a:schemeClr val="dk1"/>
                </a:solidFill>
                <a:latin typeface="Questrial"/>
                <a:ea typeface="Questrial"/>
                <a:cs typeface="Questrial"/>
                <a:sym typeface="Questrial"/>
              </a:defRPr>
            </a:lvl2pPr>
            <a:lvl3pPr lvl="2">
              <a:spcBef>
                <a:spcPts val="0"/>
              </a:spcBef>
              <a:spcAft>
                <a:spcPts val="0"/>
              </a:spcAft>
              <a:buClr>
                <a:schemeClr val="dk1"/>
              </a:buClr>
              <a:buSzPts val="3000"/>
              <a:buFont typeface="Questrial"/>
              <a:buNone/>
              <a:defRPr sz="3000">
                <a:solidFill>
                  <a:schemeClr val="dk1"/>
                </a:solidFill>
                <a:latin typeface="Questrial"/>
                <a:ea typeface="Questrial"/>
                <a:cs typeface="Questrial"/>
                <a:sym typeface="Questrial"/>
              </a:defRPr>
            </a:lvl3pPr>
            <a:lvl4pPr lvl="3">
              <a:spcBef>
                <a:spcPts val="0"/>
              </a:spcBef>
              <a:spcAft>
                <a:spcPts val="0"/>
              </a:spcAft>
              <a:buClr>
                <a:schemeClr val="dk1"/>
              </a:buClr>
              <a:buSzPts val="3000"/>
              <a:buFont typeface="Questrial"/>
              <a:buNone/>
              <a:defRPr sz="3000">
                <a:solidFill>
                  <a:schemeClr val="dk1"/>
                </a:solidFill>
                <a:latin typeface="Questrial"/>
                <a:ea typeface="Questrial"/>
                <a:cs typeface="Questrial"/>
                <a:sym typeface="Questrial"/>
              </a:defRPr>
            </a:lvl4pPr>
            <a:lvl5pPr lvl="4">
              <a:spcBef>
                <a:spcPts val="0"/>
              </a:spcBef>
              <a:spcAft>
                <a:spcPts val="0"/>
              </a:spcAft>
              <a:buClr>
                <a:schemeClr val="dk1"/>
              </a:buClr>
              <a:buSzPts val="3000"/>
              <a:buFont typeface="Questrial"/>
              <a:buNone/>
              <a:defRPr sz="3000">
                <a:solidFill>
                  <a:schemeClr val="dk1"/>
                </a:solidFill>
                <a:latin typeface="Questrial"/>
                <a:ea typeface="Questrial"/>
                <a:cs typeface="Questrial"/>
                <a:sym typeface="Questrial"/>
              </a:defRPr>
            </a:lvl5pPr>
            <a:lvl6pPr lvl="5">
              <a:spcBef>
                <a:spcPts val="0"/>
              </a:spcBef>
              <a:spcAft>
                <a:spcPts val="0"/>
              </a:spcAft>
              <a:buClr>
                <a:schemeClr val="dk1"/>
              </a:buClr>
              <a:buSzPts val="3000"/>
              <a:buFont typeface="Questrial"/>
              <a:buNone/>
              <a:defRPr sz="3000">
                <a:solidFill>
                  <a:schemeClr val="dk1"/>
                </a:solidFill>
                <a:latin typeface="Questrial"/>
                <a:ea typeface="Questrial"/>
                <a:cs typeface="Questrial"/>
                <a:sym typeface="Questrial"/>
              </a:defRPr>
            </a:lvl6pPr>
            <a:lvl7pPr lvl="6">
              <a:spcBef>
                <a:spcPts val="0"/>
              </a:spcBef>
              <a:spcAft>
                <a:spcPts val="0"/>
              </a:spcAft>
              <a:buClr>
                <a:schemeClr val="dk1"/>
              </a:buClr>
              <a:buSzPts val="3000"/>
              <a:buFont typeface="Questrial"/>
              <a:buNone/>
              <a:defRPr sz="3000">
                <a:solidFill>
                  <a:schemeClr val="dk1"/>
                </a:solidFill>
                <a:latin typeface="Questrial"/>
                <a:ea typeface="Questrial"/>
                <a:cs typeface="Questrial"/>
                <a:sym typeface="Questrial"/>
              </a:defRPr>
            </a:lvl7pPr>
            <a:lvl8pPr lvl="7">
              <a:spcBef>
                <a:spcPts val="0"/>
              </a:spcBef>
              <a:spcAft>
                <a:spcPts val="0"/>
              </a:spcAft>
              <a:buClr>
                <a:schemeClr val="dk1"/>
              </a:buClr>
              <a:buSzPts val="3000"/>
              <a:buFont typeface="Questrial"/>
              <a:buNone/>
              <a:defRPr sz="3000">
                <a:solidFill>
                  <a:schemeClr val="dk1"/>
                </a:solidFill>
                <a:latin typeface="Questrial"/>
                <a:ea typeface="Questrial"/>
                <a:cs typeface="Questrial"/>
                <a:sym typeface="Questrial"/>
              </a:defRPr>
            </a:lvl8pPr>
            <a:lvl9pPr lvl="8">
              <a:spcBef>
                <a:spcPts val="0"/>
              </a:spcBef>
              <a:spcAft>
                <a:spcPts val="0"/>
              </a:spcAft>
              <a:buClr>
                <a:schemeClr val="dk1"/>
              </a:buClr>
              <a:buSzPts val="3000"/>
              <a:buFont typeface="Questrial"/>
              <a:buNone/>
              <a:defRPr sz="3000">
                <a:solidFill>
                  <a:schemeClr val="dk1"/>
                </a:solidFill>
                <a:latin typeface="Questrial"/>
                <a:ea typeface="Questrial"/>
                <a:cs typeface="Questrial"/>
                <a:sym typeface="Questria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1pPr>
            <a:lvl2pPr indent="-317500" lvl="1" marL="914400">
              <a:lnSpc>
                <a:spcPct val="115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2pPr>
            <a:lvl3pPr indent="-317500" lvl="2" marL="1371600">
              <a:lnSpc>
                <a:spcPct val="115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3pPr>
            <a:lvl4pPr indent="-317500" lvl="3" marL="1828800">
              <a:lnSpc>
                <a:spcPct val="115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4pPr>
            <a:lvl5pPr indent="-317500" lvl="4" marL="2286000">
              <a:lnSpc>
                <a:spcPct val="115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5pPr>
            <a:lvl6pPr indent="-317500" lvl="5" marL="2743200">
              <a:lnSpc>
                <a:spcPct val="115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6pPr>
            <a:lvl7pPr indent="-317500" lvl="6" marL="3200400">
              <a:lnSpc>
                <a:spcPct val="115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7pPr>
            <a:lvl8pPr indent="-317500" lvl="7" marL="3657600">
              <a:lnSpc>
                <a:spcPct val="115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8pPr>
            <a:lvl9pPr indent="-317500" lvl="8" marL="4114800">
              <a:lnSpc>
                <a:spcPct val="115000"/>
              </a:lnSpc>
              <a:spcBef>
                <a:spcPts val="1600"/>
              </a:spcBef>
              <a:spcAft>
                <a:spcPts val="1600"/>
              </a:spcAft>
              <a:buClr>
                <a:schemeClr val="dk1"/>
              </a:buClr>
              <a:buSzPts val="1400"/>
              <a:buFont typeface="Nunito"/>
              <a:buChar char="■"/>
              <a:defRPr>
                <a:solidFill>
                  <a:schemeClr val="dk1"/>
                </a:solidFill>
                <a:latin typeface="Nunito"/>
                <a:ea typeface="Nunito"/>
                <a:cs typeface="Nunito"/>
                <a:sym typeface="Nunito"/>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hyperlink" Target="http://www.youtube.com/watch?v=_RHxC6lSP2w" TargetMode="External"/><Relationship Id="rId7" Type="http://schemas.openxmlformats.org/officeDocument/2006/relationships/image" Target="../media/image4.jpg"/><Relationship Id="rId8"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pic>
        <p:nvPicPr>
          <p:cNvPr id="182" name="Google Shape;182;p37"/>
          <p:cNvPicPr preferRelativeResize="0"/>
          <p:nvPr/>
        </p:nvPicPr>
        <p:blipFill rotWithShape="1">
          <a:blip r:embed="rId3">
            <a:alphaModFix/>
          </a:blip>
          <a:srcRect b="0" l="0" r="0" t="23331"/>
          <a:stretch/>
        </p:blipFill>
        <p:spPr>
          <a:xfrm>
            <a:off x="2416101" y="3237600"/>
            <a:ext cx="2597402" cy="1680175"/>
          </a:xfrm>
          <a:prstGeom prst="rect">
            <a:avLst/>
          </a:prstGeom>
          <a:noFill/>
          <a:ln>
            <a:noFill/>
          </a:ln>
        </p:spPr>
      </p:pic>
      <p:pic>
        <p:nvPicPr>
          <p:cNvPr id="183" name="Google Shape;183;p37"/>
          <p:cNvPicPr preferRelativeResize="0"/>
          <p:nvPr/>
        </p:nvPicPr>
        <p:blipFill>
          <a:blip r:embed="rId4">
            <a:alphaModFix/>
          </a:blip>
          <a:stretch>
            <a:fillRect/>
          </a:stretch>
        </p:blipFill>
        <p:spPr>
          <a:xfrm>
            <a:off x="2273625" y="1516125"/>
            <a:ext cx="3138273" cy="1795926"/>
          </a:xfrm>
          <a:prstGeom prst="rect">
            <a:avLst/>
          </a:prstGeom>
          <a:noFill/>
          <a:ln>
            <a:noFill/>
          </a:ln>
        </p:spPr>
      </p:pic>
      <p:sp>
        <p:nvSpPr>
          <p:cNvPr id="184" name="Google Shape;184;p37"/>
          <p:cNvSpPr txBox="1"/>
          <p:nvPr>
            <p:ph type="title"/>
          </p:nvPr>
        </p:nvSpPr>
        <p:spPr>
          <a:xfrm>
            <a:off x="5387650" y="247650"/>
            <a:ext cx="1774800" cy="351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700"/>
              <a:t>Morrie Schwartz</a:t>
            </a:r>
            <a:endParaRPr b="1" sz="1700"/>
          </a:p>
        </p:txBody>
      </p:sp>
      <p:pic>
        <p:nvPicPr>
          <p:cNvPr id="185" name="Google Shape;185;p37"/>
          <p:cNvPicPr preferRelativeResize="0"/>
          <p:nvPr/>
        </p:nvPicPr>
        <p:blipFill>
          <a:blip r:embed="rId5">
            <a:alphaModFix/>
          </a:blip>
          <a:stretch>
            <a:fillRect/>
          </a:stretch>
        </p:blipFill>
        <p:spPr>
          <a:xfrm>
            <a:off x="5387775" y="692024"/>
            <a:ext cx="1774950" cy="1774950"/>
          </a:xfrm>
          <a:prstGeom prst="rect">
            <a:avLst/>
          </a:prstGeom>
          <a:noFill/>
          <a:ln>
            <a:noFill/>
          </a:ln>
        </p:spPr>
      </p:pic>
      <p:sp>
        <p:nvSpPr>
          <p:cNvPr id="186" name="Google Shape;186;p37"/>
          <p:cNvSpPr txBox="1"/>
          <p:nvPr/>
        </p:nvSpPr>
        <p:spPr>
          <a:xfrm>
            <a:off x="7162725" y="598650"/>
            <a:ext cx="1857300" cy="1868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100">
                <a:solidFill>
                  <a:srgbClr val="434343"/>
                </a:solidFill>
                <a:latin typeface="Nunito"/>
                <a:ea typeface="Nunito"/>
                <a:cs typeface="Nunito"/>
                <a:sym typeface="Nunito"/>
              </a:rPr>
              <a:t>Morrie Schwartz </a:t>
            </a:r>
            <a:r>
              <a:rPr lang="en" sz="1100">
                <a:solidFill>
                  <a:srgbClr val="434343"/>
                </a:solidFill>
                <a:latin typeface="Nunito"/>
                <a:ea typeface="Nunito"/>
                <a:cs typeface="Nunito"/>
                <a:sym typeface="Nunito"/>
              </a:rPr>
              <a:t>was diagnosed with </a:t>
            </a:r>
            <a:r>
              <a:rPr lang="en" sz="1100">
                <a:solidFill>
                  <a:srgbClr val="434343"/>
                </a:solidFill>
                <a:latin typeface="Nunito"/>
                <a:ea typeface="Nunito"/>
                <a:cs typeface="Nunito"/>
                <a:sym typeface="Nunito"/>
              </a:rPr>
              <a:t>ALS</a:t>
            </a:r>
            <a:r>
              <a:rPr lang="en" sz="1100">
                <a:solidFill>
                  <a:srgbClr val="434343"/>
                </a:solidFill>
                <a:latin typeface="Nunito"/>
                <a:ea typeface="Nunito"/>
                <a:cs typeface="Nunito"/>
                <a:sym typeface="Nunito"/>
              </a:rPr>
              <a:t> and died in November of 1995.</a:t>
            </a:r>
            <a:endParaRPr sz="1100">
              <a:solidFill>
                <a:srgbClr val="434343"/>
              </a:solidFill>
              <a:latin typeface="Nunito"/>
              <a:ea typeface="Nunito"/>
              <a:cs typeface="Nunito"/>
              <a:sym typeface="Nunito"/>
            </a:endParaRPr>
          </a:p>
          <a:p>
            <a:pPr indent="0" lvl="0" marL="0" rtl="0" algn="l">
              <a:lnSpc>
                <a:spcPct val="115000"/>
              </a:lnSpc>
              <a:spcBef>
                <a:spcPts val="0"/>
              </a:spcBef>
              <a:spcAft>
                <a:spcPts val="0"/>
              </a:spcAft>
              <a:buNone/>
            </a:pPr>
            <a:r>
              <a:rPr lang="en" sz="1100">
                <a:solidFill>
                  <a:srgbClr val="434343"/>
                </a:solidFill>
                <a:latin typeface="Nunito"/>
                <a:ea typeface="Nunito"/>
                <a:cs typeface="Nunito"/>
                <a:sym typeface="Nunito"/>
              </a:rPr>
              <a:t> </a:t>
            </a:r>
            <a:endParaRPr sz="1100">
              <a:solidFill>
                <a:srgbClr val="434343"/>
              </a:solidFill>
              <a:latin typeface="Nunito"/>
              <a:ea typeface="Nunito"/>
              <a:cs typeface="Nunito"/>
              <a:sym typeface="Nunito"/>
            </a:endParaRPr>
          </a:p>
          <a:p>
            <a:pPr indent="0" lvl="0" marL="0" rtl="0" algn="l">
              <a:lnSpc>
                <a:spcPct val="115000"/>
              </a:lnSpc>
              <a:spcBef>
                <a:spcPts val="0"/>
              </a:spcBef>
              <a:spcAft>
                <a:spcPts val="0"/>
              </a:spcAft>
              <a:buNone/>
            </a:pPr>
            <a:r>
              <a:rPr lang="en" sz="1100">
                <a:solidFill>
                  <a:srgbClr val="434343"/>
                </a:solidFill>
                <a:latin typeface="Nunito"/>
                <a:ea typeface="Nunito"/>
                <a:cs typeface="Nunito"/>
                <a:sym typeface="Nunito"/>
              </a:rPr>
              <a:t>He was the main subject of best-selling author, Mitch Albom’s, memoir titled </a:t>
            </a:r>
            <a:r>
              <a:rPr i="1" lang="en" sz="1100">
                <a:solidFill>
                  <a:srgbClr val="434343"/>
                </a:solidFill>
                <a:latin typeface="Nunito"/>
                <a:ea typeface="Nunito"/>
                <a:cs typeface="Nunito"/>
                <a:sym typeface="Nunito"/>
              </a:rPr>
              <a:t>Tuesdays with Morrie</a:t>
            </a:r>
            <a:r>
              <a:rPr lang="en" sz="1100">
                <a:solidFill>
                  <a:srgbClr val="434343"/>
                </a:solidFill>
                <a:latin typeface="Nunito"/>
                <a:ea typeface="Nunito"/>
                <a:cs typeface="Nunito"/>
                <a:sym typeface="Nunito"/>
              </a:rPr>
              <a:t>. </a:t>
            </a:r>
            <a:endParaRPr sz="1100">
              <a:solidFill>
                <a:srgbClr val="434343"/>
              </a:solidFill>
              <a:latin typeface="Nunito"/>
              <a:ea typeface="Nunito"/>
              <a:cs typeface="Nunito"/>
              <a:sym typeface="Nunito"/>
            </a:endParaRPr>
          </a:p>
        </p:txBody>
      </p:sp>
      <p:sp>
        <p:nvSpPr>
          <p:cNvPr id="187" name="Google Shape;187;p37"/>
          <p:cNvSpPr txBox="1"/>
          <p:nvPr/>
        </p:nvSpPr>
        <p:spPr>
          <a:xfrm>
            <a:off x="200025" y="247650"/>
            <a:ext cx="4971900" cy="1403700"/>
          </a:xfrm>
          <a:prstGeom prst="rect">
            <a:avLst/>
          </a:prstGeom>
          <a:noFill/>
          <a:ln>
            <a:noFill/>
          </a:ln>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b="1" lang="en" sz="4400">
                <a:solidFill>
                  <a:schemeClr val="dk1"/>
                </a:solidFill>
                <a:latin typeface="Questrial"/>
                <a:ea typeface="Questrial"/>
                <a:cs typeface="Questrial"/>
                <a:sym typeface="Questrial"/>
              </a:rPr>
              <a:t>How do we value a dying man?</a:t>
            </a:r>
            <a:endParaRPr b="1" sz="4400">
              <a:solidFill>
                <a:schemeClr val="dk1"/>
              </a:solidFill>
              <a:latin typeface="Questrial"/>
              <a:ea typeface="Questrial"/>
              <a:cs typeface="Questrial"/>
              <a:sym typeface="Questrial"/>
            </a:endParaRPr>
          </a:p>
        </p:txBody>
      </p:sp>
      <p:sp>
        <p:nvSpPr>
          <p:cNvPr id="188" name="Google Shape;188;p37"/>
          <p:cNvSpPr txBox="1"/>
          <p:nvPr/>
        </p:nvSpPr>
        <p:spPr>
          <a:xfrm>
            <a:off x="3248025" y="1000125"/>
            <a:ext cx="1923900" cy="41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chemeClr val="dk1"/>
                </a:solidFill>
                <a:latin typeface="Nunito"/>
                <a:ea typeface="Nunito"/>
                <a:cs typeface="Nunito"/>
                <a:sym typeface="Nunito"/>
              </a:rPr>
              <a:t>Why we should allow dying people to die.</a:t>
            </a:r>
            <a:endParaRPr sz="1000">
              <a:solidFill>
                <a:schemeClr val="dk1"/>
              </a:solidFill>
              <a:latin typeface="Nunito"/>
              <a:ea typeface="Nunito"/>
              <a:cs typeface="Nunito"/>
              <a:sym typeface="Nunito"/>
            </a:endParaRPr>
          </a:p>
        </p:txBody>
      </p:sp>
      <p:cxnSp>
        <p:nvCxnSpPr>
          <p:cNvPr id="189" name="Google Shape;189;p37"/>
          <p:cNvCxnSpPr/>
          <p:nvPr/>
        </p:nvCxnSpPr>
        <p:spPr>
          <a:xfrm rot="5400000">
            <a:off x="2966612" y="2571751"/>
            <a:ext cx="4499100" cy="0"/>
          </a:xfrm>
          <a:prstGeom prst="straightConnector1">
            <a:avLst/>
          </a:prstGeom>
          <a:noFill/>
          <a:ln cap="flat" cmpd="sng" w="19050">
            <a:solidFill>
              <a:schemeClr val="dk1"/>
            </a:solidFill>
            <a:prstDash val="solid"/>
            <a:round/>
            <a:headEnd len="med" w="med" type="none"/>
            <a:tailEnd len="med" w="med" type="none"/>
          </a:ln>
        </p:spPr>
      </p:cxnSp>
      <p:sp>
        <p:nvSpPr>
          <p:cNvPr id="190" name="Google Shape;190;p37"/>
          <p:cNvSpPr txBox="1"/>
          <p:nvPr/>
        </p:nvSpPr>
        <p:spPr>
          <a:xfrm>
            <a:off x="5600700" y="2943225"/>
            <a:ext cx="3219000" cy="140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i="1" lang="en" sz="1200">
                <a:latin typeface="Times New Roman"/>
                <a:ea typeface="Times New Roman"/>
                <a:cs typeface="Times New Roman"/>
                <a:sym typeface="Times New Roman"/>
              </a:rPr>
              <a:t>"This culture is so stuck on death, in terms of its fear, hiding it, not knowing what to do with it, that what I'm saying is, is there an alternative way of looking at it?"</a:t>
            </a:r>
            <a:endParaRPr i="1" sz="1200">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sz="1200">
              <a:latin typeface="Times New Roman"/>
              <a:ea typeface="Times New Roman"/>
              <a:cs typeface="Times New Roman"/>
              <a:sym typeface="Times New Roman"/>
            </a:endParaRPr>
          </a:p>
          <a:p>
            <a:pPr indent="0" lvl="0" marL="0" rtl="0" algn="l">
              <a:lnSpc>
                <a:spcPct val="115000"/>
              </a:lnSpc>
              <a:spcBef>
                <a:spcPts val="0"/>
              </a:spcBef>
              <a:spcAft>
                <a:spcPts val="0"/>
              </a:spcAft>
              <a:buNone/>
            </a:pPr>
            <a:r>
              <a:rPr lang="en" sz="1000">
                <a:latin typeface="Times New Roman"/>
                <a:ea typeface="Times New Roman"/>
                <a:cs typeface="Times New Roman"/>
                <a:sym typeface="Times New Roman"/>
              </a:rPr>
              <a:t>-Morrie Schwartz </a:t>
            </a:r>
            <a:endParaRPr sz="1000">
              <a:latin typeface="Times New Roman"/>
              <a:ea typeface="Times New Roman"/>
              <a:cs typeface="Times New Roman"/>
              <a:sym typeface="Times New Roman"/>
            </a:endParaRPr>
          </a:p>
        </p:txBody>
      </p:sp>
      <p:sp>
        <p:nvSpPr>
          <p:cNvPr id="191" name="Google Shape;191;p37"/>
          <p:cNvSpPr txBox="1"/>
          <p:nvPr/>
        </p:nvSpPr>
        <p:spPr>
          <a:xfrm>
            <a:off x="224275" y="2915025"/>
            <a:ext cx="23052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700">
                <a:solidFill>
                  <a:schemeClr val="dk1"/>
                </a:solidFill>
                <a:latin typeface="Questrial"/>
                <a:ea typeface="Questrial"/>
                <a:cs typeface="Questrial"/>
                <a:sym typeface="Questrial"/>
              </a:rPr>
              <a:t>Legal in 10 states </a:t>
            </a:r>
            <a:r>
              <a:rPr lang="en" sz="700">
                <a:solidFill>
                  <a:schemeClr val="dk1"/>
                </a:solidFill>
                <a:latin typeface="Questrial"/>
                <a:ea typeface="Questrial"/>
                <a:cs typeface="Questrial"/>
                <a:sym typeface="Questrial"/>
              </a:rPr>
              <a:t>and D.C.</a:t>
            </a:r>
            <a:endParaRPr sz="700">
              <a:solidFill>
                <a:schemeClr val="dk1"/>
              </a:solidFill>
              <a:latin typeface="Questrial"/>
              <a:ea typeface="Questrial"/>
              <a:cs typeface="Questrial"/>
              <a:sym typeface="Questrial"/>
            </a:endParaRPr>
          </a:p>
        </p:txBody>
      </p:sp>
      <p:sp>
        <p:nvSpPr>
          <p:cNvPr id="192" name="Google Shape;192;p37"/>
          <p:cNvSpPr txBox="1"/>
          <p:nvPr>
            <p:ph idx="4294967295" type="subTitle"/>
          </p:nvPr>
        </p:nvSpPr>
        <p:spPr>
          <a:xfrm>
            <a:off x="224275" y="3237600"/>
            <a:ext cx="2083200" cy="351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000"/>
              <a:t>Considered in Michigan and New York this year.</a:t>
            </a:r>
            <a:endParaRPr sz="1000"/>
          </a:p>
        </p:txBody>
      </p:sp>
      <p:pic>
        <p:nvPicPr>
          <p:cNvPr descr="Deb Robertson, who is terminally ill, advocates for medical-assisted death. A practice already allowed in ten states while over a dozen states are debating bills to legalize it. #terminallyill #denver #unitedstates #news &#10;&#10;Read the full story here: https://bit.ly/3xzdegK&#10; &#10;Subscribe: http://smarturl.it/AssociatedPress &#10;Read more: https://apnews.com​ &#10; &#10;This video may be available for archive licensing via https://newsroom.ap.org/home" id="193" name="Google Shape;193;p37" title="Terminally ill patients ask more states to legalize physician-assisted death">
            <a:hlinkClick r:id="rId6"/>
          </p:cNvPr>
          <p:cNvPicPr preferRelativeResize="0"/>
          <p:nvPr/>
        </p:nvPicPr>
        <p:blipFill>
          <a:blip r:embed="rId7">
            <a:alphaModFix/>
          </a:blip>
          <a:stretch>
            <a:fillRect/>
          </a:stretch>
        </p:blipFill>
        <p:spPr>
          <a:xfrm>
            <a:off x="693625" y="1945550"/>
            <a:ext cx="1284350" cy="722450"/>
          </a:xfrm>
          <a:prstGeom prst="rect">
            <a:avLst/>
          </a:prstGeom>
          <a:noFill/>
          <a:ln>
            <a:noFill/>
          </a:ln>
        </p:spPr>
      </p:pic>
      <p:sp>
        <p:nvSpPr>
          <p:cNvPr id="194" name="Google Shape;194;p37"/>
          <p:cNvSpPr txBox="1"/>
          <p:nvPr/>
        </p:nvSpPr>
        <p:spPr>
          <a:xfrm>
            <a:off x="7755525" y="4698225"/>
            <a:ext cx="1264500" cy="3042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900">
                <a:solidFill>
                  <a:schemeClr val="dk1"/>
                </a:solidFill>
                <a:latin typeface="Nunito"/>
                <a:ea typeface="Nunito"/>
                <a:cs typeface="Nunito"/>
                <a:sym typeface="Nunito"/>
              </a:rPr>
              <a:t>Oscar Yang</a:t>
            </a:r>
            <a:endParaRPr sz="900">
              <a:solidFill>
                <a:schemeClr val="dk1"/>
              </a:solidFill>
              <a:latin typeface="Nunito"/>
              <a:ea typeface="Nunito"/>
              <a:cs typeface="Nunito"/>
              <a:sym typeface="Nunito"/>
            </a:endParaRPr>
          </a:p>
        </p:txBody>
      </p:sp>
      <p:sp>
        <p:nvSpPr>
          <p:cNvPr id="195" name="Google Shape;195;p37"/>
          <p:cNvSpPr txBox="1"/>
          <p:nvPr/>
        </p:nvSpPr>
        <p:spPr>
          <a:xfrm>
            <a:off x="4532050" y="2598425"/>
            <a:ext cx="581700" cy="15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00">
                <a:solidFill>
                  <a:schemeClr val="dk1"/>
                </a:solidFill>
                <a:latin typeface="Nunito"/>
                <a:ea typeface="Nunito"/>
                <a:cs typeface="Nunito"/>
                <a:sym typeface="Nunito"/>
              </a:rPr>
              <a:t>November 2024</a:t>
            </a:r>
            <a:endParaRPr sz="400">
              <a:solidFill>
                <a:schemeClr val="dk1"/>
              </a:solidFill>
              <a:latin typeface="Nunito"/>
              <a:ea typeface="Nunito"/>
              <a:cs typeface="Nunito"/>
              <a:sym typeface="Nunito"/>
            </a:endParaRPr>
          </a:p>
        </p:txBody>
      </p:sp>
      <p:sp>
        <p:nvSpPr>
          <p:cNvPr id="196" name="Google Shape;196;p37"/>
          <p:cNvSpPr txBox="1"/>
          <p:nvPr/>
        </p:nvSpPr>
        <p:spPr>
          <a:xfrm>
            <a:off x="4532050" y="4343925"/>
            <a:ext cx="581700" cy="15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00">
                <a:solidFill>
                  <a:schemeClr val="dk1"/>
                </a:solidFill>
                <a:latin typeface="Nunito"/>
                <a:ea typeface="Nunito"/>
                <a:cs typeface="Nunito"/>
                <a:sym typeface="Nunito"/>
              </a:rPr>
              <a:t>March 2022</a:t>
            </a:r>
            <a:endParaRPr sz="400">
              <a:solidFill>
                <a:schemeClr val="dk1"/>
              </a:solidFill>
              <a:latin typeface="Nunito"/>
              <a:ea typeface="Nunito"/>
              <a:cs typeface="Nunito"/>
              <a:sym typeface="Nunito"/>
            </a:endParaRPr>
          </a:p>
        </p:txBody>
      </p:sp>
      <p:pic>
        <p:nvPicPr>
          <p:cNvPr id="197" name="Google Shape;197;p37"/>
          <p:cNvPicPr preferRelativeResize="0"/>
          <p:nvPr/>
        </p:nvPicPr>
        <p:blipFill>
          <a:blip r:embed="rId8">
            <a:alphaModFix/>
          </a:blip>
          <a:stretch>
            <a:fillRect/>
          </a:stretch>
        </p:blipFill>
        <p:spPr>
          <a:xfrm>
            <a:off x="307138" y="3935525"/>
            <a:ext cx="1966479" cy="7627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Minimalist Slides for meeting by Slidesgo">
  <a:themeElements>
    <a:clrScheme name="Simple Light">
      <a:dk1>
        <a:srgbClr val="3F4252"/>
      </a:dk1>
      <a:lt1>
        <a:srgbClr val="F5F5F5"/>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3F425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